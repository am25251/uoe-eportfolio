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314" r:id="rId5"/>
    <p:sldId id="329" r:id="rId6"/>
    <p:sldId id="339" r:id="rId7"/>
    <p:sldId id="322" r:id="rId8"/>
    <p:sldId id="338" r:id="rId9"/>
    <p:sldId id="342" r:id="rId10"/>
    <p:sldId id="341" r:id="rId11"/>
    <p:sldId id="343" r:id="rId12"/>
    <p:sldId id="325" r:id="rId13"/>
    <p:sldId id="33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16" userDrawn="1">
          <p15:clr>
            <a:srgbClr val="A4A3A4"/>
          </p15:clr>
        </p15:guide>
        <p15:guide id="2" orient="horz" pos="1008" userDrawn="1">
          <p15:clr>
            <a:srgbClr val="A4A3A4"/>
          </p15:clr>
        </p15:guide>
        <p15:guide id="3"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DFE"/>
    <a:srgbClr val="D4DDFE"/>
    <a:srgbClr val="D5DEFF"/>
    <a:srgbClr val="F6F7FF"/>
    <a:srgbClr val="DBDCE5"/>
    <a:srgbClr val="F0F1FB"/>
    <a:srgbClr val="DFE1F6"/>
    <a:srgbClr val="EEEFF5"/>
    <a:srgbClr val="DFE1EF"/>
    <a:srgbClr val="A9B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4" autoAdjust="0"/>
    <p:restoredTop sz="95394" autoAdjust="0"/>
  </p:normalViewPr>
  <p:slideViewPr>
    <p:cSldViewPr snapToGrid="0">
      <p:cViewPr varScale="1">
        <p:scale>
          <a:sx n="75" d="100"/>
          <a:sy n="75" d="100"/>
        </p:scale>
        <p:origin x="40" y="1944"/>
      </p:cViewPr>
      <p:guideLst>
        <p:guide orient="horz" pos="1416"/>
        <p:guide orient="horz" pos="1008"/>
        <p:guide pos="3840"/>
      </p:guideLst>
    </p:cSldViewPr>
  </p:slideViewPr>
  <p:outlineViewPr>
    <p:cViewPr>
      <p:scale>
        <a:sx n="33" d="100"/>
        <a:sy n="33" d="100"/>
      </p:scale>
      <p:origin x="0" y="-10368"/>
    </p:cViewPr>
  </p:outlineViewPr>
  <p:notesTextViewPr>
    <p:cViewPr>
      <p:scale>
        <a:sx n="1" d="1"/>
        <a:sy n="1" d="1"/>
      </p:scale>
      <p:origin x="0" y="0"/>
    </p:cViewPr>
  </p:notesTextViewPr>
  <p:sorterViewPr>
    <p:cViewPr varScale="1">
      <p:scale>
        <a:sx n="100" d="100"/>
        <a:sy n="100" d="100"/>
      </p:scale>
      <p:origin x="0" y="0"/>
    </p:cViewPr>
  </p:sorterViewPr>
  <p:notesViewPr>
    <p:cSldViewPr snapToGrid="0" showGuides="1">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C32BE22-BCF5-218A-BCDB-9D6463B9A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36C6B9B-3CD0-9D38-9EB7-8FC9403B854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A62055-8DBD-6042-92AC-66DE479F90DE}" type="datetimeFigureOut">
              <a:rPr lang="en-US" smtClean="0"/>
              <a:t>5/19/2026</a:t>
            </a:fld>
            <a:endParaRPr lang="en-US" dirty="0"/>
          </a:p>
        </p:txBody>
      </p:sp>
      <p:sp>
        <p:nvSpPr>
          <p:cNvPr id="4" name="Footer Placeholder 3">
            <a:extLst>
              <a:ext uri="{FF2B5EF4-FFF2-40B4-BE49-F238E27FC236}">
                <a16:creationId xmlns:a16="http://schemas.microsoft.com/office/drawing/2014/main" id="{7745B14E-D4D7-1E40-CD23-AE797C23682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Tree>
    <p:extLst>
      <p:ext uri="{BB962C8B-B14F-4D97-AF65-F5344CB8AC3E}">
        <p14:creationId xmlns:p14="http://schemas.microsoft.com/office/powerpoint/2010/main" val="37135121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FEE50A-AB77-49BE-9076-23C4C8D08BB2}" type="datetimeFigureOut">
              <a:rPr lang="en-US" smtClean="0"/>
              <a:t>5/19/2026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E09883-B744-4FDD-8623-D69A66650022}" type="slidenum">
              <a:rPr lang="en-US" smtClean="0"/>
              <a:t>‹#›</a:t>
            </a:fld>
            <a:endParaRPr lang="en-US" dirty="0"/>
          </a:p>
        </p:txBody>
      </p:sp>
    </p:spTree>
    <p:extLst>
      <p:ext uri="{BB962C8B-B14F-4D97-AF65-F5344CB8AC3E}">
        <p14:creationId xmlns:p14="http://schemas.microsoft.com/office/powerpoint/2010/main" val="1427647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1</a:t>
            </a:fld>
            <a:endParaRPr lang="en-US" dirty="0"/>
          </a:p>
        </p:txBody>
      </p:sp>
    </p:spTree>
    <p:extLst>
      <p:ext uri="{BB962C8B-B14F-4D97-AF65-F5344CB8AC3E}">
        <p14:creationId xmlns:p14="http://schemas.microsoft.com/office/powerpoint/2010/main" val="265202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2</a:t>
            </a:fld>
            <a:endParaRPr lang="en-US" dirty="0"/>
          </a:p>
        </p:txBody>
      </p:sp>
    </p:spTree>
    <p:extLst>
      <p:ext uri="{BB962C8B-B14F-4D97-AF65-F5344CB8AC3E}">
        <p14:creationId xmlns:p14="http://schemas.microsoft.com/office/powerpoint/2010/main" val="3341551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3</a:t>
            </a:fld>
            <a:endParaRPr lang="en-US" dirty="0"/>
          </a:p>
        </p:txBody>
      </p:sp>
    </p:spTree>
    <p:extLst>
      <p:ext uri="{BB962C8B-B14F-4D97-AF65-F5344CB8AC3E}">
        <p14:creationId xmlns:p14="http://schemas.microsoft.com/office/powerpoint/2010/main" val="37489989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4</a:t>
            </a:fld>
            <a:endParaRPr lang="en-US" dirty="0"/>
          </a:p>
        </p:txBody>
      </p:sp>
    </p:spTree>
    <p:extLst>
      <p:ext uri="{BB962C8B-B14F-4D97-AF65-F5344CB8AC3E}">
        <p14:creationId xmlns:p14="http://schemas.microsoft.com/office/powerpoint/2010/main" val="1703823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5</a:t>
            </a:fld>
            <a:endParaRPr lang="en-US" dirty="0"/>
          </a:p>
        </p:txBody>
      </p:sp>
    </p:spTree>
    <p:extLst>
      <p:ext uri="{BB962C8B-B14F-4D97-AF65-F5344CB8AC3E}">
        <p14:creationId xmlns:p14="http://schemas.microsoft.com/office/powerpoint/2010/main" val="14833846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C7DCB-6CBA-65FA-226E-1755C0A125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296957-DAB3-3A76-EC7E-A43F43AB3A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DCC1C3-8B95-615D-5735-AA25E6B101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E6E248-2E40-616B-4DB9-0D31482D200C}"/>
              </a:ext>
            </a:extLst>
          </p:cNvPr>
          <p:cNvSpPr>
            <a:spLocks noGrp="1"/>
          </p:cNvSpPr>
          <p:nvPr>
            <p:ph type="sldNum" sz="quarter" idx="5"/>
          </p:nvPr>
        </p:nvSpPr>
        <p:spPr/>
        <p:txBody>
          <a:bodyPr/>
          <a:lstStyle/>
          <a:p>
            <a:fld id="{96E09883-B744-4FDD-8623-D69A66650022}" type="slidenum">
              <a:rPr lang="en-US" smtClean="0"/>
              <a:t>7</a:t>
            </a:fld>
            <a:endParaRPr lang="en-US" dirty="0"/>
          </a:p>
        </p:txBody>
      </p:sp>
    </p:spTree>
    <p:extLst>
      <p:ext uri="{BB962C8B-B14F-4D97-AF65-F5344CB8AC3E}">
        <p14:creationId xmlns:p14="http://schemas.microsoft.com/office/powerpoint/2010/main" val="1803524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9</a:t>
            </a:fld>
            <a:endParaRPr lang="en-US" dirty="0"/>
          </a:p>
        </p:txBody>
      </p:sp>
    </p:spTree>
    <p:extLst>
      <p:ext uri="{BB962C8B-B14F-4D97-AF65-F5344CB8AC3E}">
        <p14:creationId xmlns:p14="http://schemas.microsoft.com/office/powerpoint/2010/main" val="34869088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E09883-B744-4FDD-8623-D69A66650022}" type="slidenum">
              <a:rPr lang="en-US" smtClean="0"/>
              <a:t>10</a:t>
            </a:fld>
            <a:endParaRPr lang="en-US" dirty="0"/>
          </a:p>
        </p:txBody>
      </p:sp>
    </p:spTree>
    <p:extLst>
      <p:ext uri="{BB962C8B-B14F-4D97-AF65-F5344CB8AC3E}">
        <p14:creationId xmlns:p14="http://schemas.microsoft.com/office/powerpoint/2010/main" val="25707651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416-A3A2-4CF9-9532-2C0BFB51CFDF}"/>
              </a:ext>
            </a:extLst>
          </p:cNvPr>
          <p:cNvSpPr>
            <a:spLocks noGrp="1"/>
          </p:cNvSpPr>
          <p:nvPr>
            <p:ph type="ctrTitle" hasCustomPrompt="1"/>
          </p:nvPr>
        </p:nvSpPr>
        <p:spPr>
          <a:xfrm>
            <a:off x="811185" y="629469"/>
            <a:ext cx="8961120" cy="5599062"/>
          </a:xfrm>
        </p:spPr>
        <p:txBody>
          <a:bodyPr lIns="0" tIns="0" rIns="0" bIns="0" anchor="ctr">
            <a:noAutofit/>
          </a:bodyPr>
          <a:lstStyle>
            <a:lvl1pPr marL="0" algn="l">
              <a:lnSpc>
                <a:spcPct val="80000"/>
              </a:lnSpc>
              <a:spcBef>
                <a:spcPts val="0"/>
              </a:spcBef>
              <a:spcAft>
                <a:spcPts val="0"/>
              </a:spcAft>
              <a:defRPr sz="7000"/>
            </a:lvl1pPr>
          </a:lstStyle>
          <a:p>
            <a:r>
              <a:rPr lang="en-US" dirty="0"/>
              <a:t>Click to add title</a:t>
            </a:r>
          </a:p>
        </p:txBody>
      </p:sp>
      <p:sp>
        <p:nvSpPr>
          <p:cNvPr id="6" name="Freeform 5">
            <a:extLst>
              <a:ext uri="{FF2B5EF4-FFF2-40B4-BE49-F238E27FC236}">
                <a16:creationId xmlns:a16="http://schemas.microsoft.com/office/drawing/2014/main" id="{CA65DB93-2357-6899-3DDD-DC79C877ADA2}"/>
              </a:ext>
              <a:ext uri="{C183D7F6-B498-43B3-948B-1728B52AA6E4}">
                <adec:decorative xmlns:adec="http://schemas.microsoft.com/office/drawing/2017/decorative" val="1"/>
              </a:ext>
            </a:extLst>
          </p:cNvPr>
          <p:cNvSpPr/>
          <p:nvPr userDrawn="1"/>
        </p:nvSpPr>
        <p:spPr>
          <a:xfrm>
            <a:off x="9729533" y="5801722"/>
            <a:ext cx="2115210" cy="1056278"/>
          </a:xfrm>
          <a:custGeom>
            <a:avLst/>
            <a:gdLst>
              <a:gd name="connsiteX0" fmla="*/ 1057605 w 2115210"/>
              <a:gd name="connsiteY0" fmla="*/ 0 h 1056278"/>
              <a:gd name="connsiteX1" fmla="*/ 2109820 w 2115210"/>
              <a:gd name="connsiteY1" fmla="*/ 949535 h 1056278"/>
              <a:gd name="connsiteX2" fmla="*/ 2115210 w 2115210"/>
              <a:gd name="connsiteY2" fmla="*/ 1056278 h 1056278"/>
              <a:gd name="connsiteX3" fmla="*/ 0 w 2115210"/>
              <a:gd name="connsiteY3" fmla="*/ 1056278 h 1056278"/>
              <a:gd name="connsiteX4" fmla="*/ 5390 w 2115210"/>
              <a:gd name="connsiteY4" fmla="*/ 949535 h 1056278"/>
              <a:gd name="connsiteX5" fmla="*/ 1057605 w 2115210"/>
              <a:gd name="connsiteY5" fmla="*/ 0 h 1056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15210" h="1056278">
                <a:moveTo>
                  <a:pt x="1057605" y="0"/>
                </a:moveTo>
                <a:cubicBezTo>
                  <a:pt x="1605234" y="0"/>
                  <a:pt x="2055657" y="416196"/>
                  <a:pt x="2109820" y="949535"/>
                </a:cubicBezTo>
                <a:lnTo>
                  <a:pt x="2115210" y="1056278"/>
                </a:lnTo>
                <a:lnTo>
                  <a:pt x="0" y="1056278"/>
                </a:lnTo>
                <a:lnTo>
                  <a:pt x="5390" y="949535"/>
                </a:lnTo>
                <a:cubicBezTo>
                  <a:pt x="59553" y="416196"/>
                  <a:pt x="509976" y="0"/>
                  <a:pt x="105760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11" name="Object 1">
            <a:extLst>
              <a:ext uri="{FF2B5EF4-FFF2-40B4-BE49-F238E27FC236}">
                <a16:creationId xmlns:a16="http://schemas.microsoft.com/office/drawing/2014/main" id="{056E6431-5C32-6197-AA1B-3763794313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999852" y="0"/>
            <a:ext cx="1574573" cy="3954463"/>
          </a:xfrm>
          <a:prstGeom prst="rect">
            <a:avLst/>
          </a:prstGeom>
        </p:spPr>
      </p:pic>
    </p:spTree>
    <p:extLst>
      <p:ext uri="{BB962C8B-B14F-4D97-AF65-F5344CB8AC3E}">
        <p14:creationId xmlns:p14="http://schemas.microsoft.com/office/powerpoint/2010/main" val="3839583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1">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11185" y="621973"/>
            <a:ext cx="6400800" cy="1828800"/>
          </a:xfrm>
        </p:spPr>
        <p:txBody>
          <a:bodyPr lIns="0" tIns="0" rIns="0" bIns="0">
            <a:noAutofit/>
          </a:bodyPr>
          <a:lstStyle>
            <a:lvl1pPr>
              <a:defRPr baseline="0"/>
            </a:lvl1pPr>
          </a:lstStyle>
          <a:p>
            <a:r>
              <a:rPr lang="en-US" dirty="0"/>
              <a:t>Click to add title</a:t>
            </a:r>
          </a:p>
        </p:txBody>
      </p:sp>
      <p:pic>
        <p:nvPicPr>
          <p:cNvPr id="10" name="Graphic 9">
            <a:extLst>
              <a:ext uri="{FF2B5EF4-FFF2-40B4-BE49-F238E27FC236}">
                <a16:creationId xmlns:a16="http://schemas.microsoft.com/office/drawing/2014/main" id="{B3606A3B-5B75-C830-0580-02B3AF648B3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16698" r="40000"/>
          <a:stretch>
            <a:fillRect/>
          </a:stretch>
        </p:blipFill>
        <p:spPr>
          <a:xfrm>
            <a:off x="8077200" y="0"/>
            <a:ext cx="4114800" cy="5712824"/>
          </a:xfrm>
          <a:custGeom>
            <a:avLst/>
            <a:gdLst>
              <a:gd name="connsiteX0" fmla="*/ 0 w 4114800"/>
              <a:gd name="connsiteY0" fmla="*/ 0 h 5712824"/>
              <a:gd name="connsiteX1" fmla="*/ 4114800 w 4114800"/>
              <a:gd name="connsiteY1" fmla="*/ 0 h 5712824"/>
              <a:gd name="connsiteX2" fmla="*/ 4114800 w 4114800"/>
              <a:gd name="connsiteY2" fmla="*/ 5712824 h 5712824"/>
              <a:gd name="connsiteX3" fmla="*/ 0 w 4114800"/>
              <a:gd name="connsiteY3" fmla="*/ 5712824 h 5712824"/>
            </a:gdLst>
            <a:ahLst/>
            <a:cxnLst>
              <a:cxn ang="0">
                <a:pos x="connsiteX0" y="connsiteY0"/>
              </a:cxn>
              <a:cxn ang="0">
                <a:pos x="connsiteX1" y="connsiteY1"/>
              </a:cxn>
              <a:cxn ang="0">
                <a:pos x="connsiteX2" y="connsiteY2"/>
              </a:cxn>
              <a:cxn ang="0">
                <a:pos x="connsiteX3" y="connsiteY3"/>
              </a:cxn>
            </a:cxnLst>
            <a:rect l="l" t="t" r="r" b="b"/>
            <a:pathLst>
              <a:path w="4114800" h="5712824">
                <a:moveTo>
                  <a:pt x="0" y="0"/>
                </a:moveTo>
                <a:lnTo>
                  <a:pt x="4114800" y="0"/>
                </a:lnTo>
                <a:lnTo>
                  <a:pt x="4114800" y="5712824"/>
                </a:lnTo>
                <a:lnTo>
                  <a:pt x="0" y="5712824"/>
                </a:lnTo>
                <a:close/>
              </a:path>
            </a:pathLst>
          </a:custGeom>
        </p:spPr>
      </p:pic>
      <p:sp>
        <p:nvSpPr>
          <p:cNvPr id="12" name="Oval 11">
            <a:extLst>
              <a:ext uri="{FF2B5EF4-FFF2-40B4-BE49-F238E27FC236}">
                <a16:creationId xmlns:a16="http://schemas.microsoft.com/office/drawing/2014/main" id="{45B92DB2-64DD-608F-360F-52958A93EB5B}"/>
              </a:ext>
              <a:ext uri="{C183D7F6-B498-43B3-948B-1728B52AA6E4}">
                <adec:decorative xmlns:adec="http://schemas.microsoft.com/office/drawing/2017/decorative" val="1"/>
              </a:ext>
            </a:extLst>
          </p:cNvPr>
          <p:cNvSpPr/>
          <p:nvPr userDrawn="1"/>
        </p:nvSpPr>
        <p:spPr>
          <a:xfrm>
            <a:off x="7445683" y="944192"/>
            <a:ext cx="1291008" cy="129100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Content Placeholder 5">
            <a:extLst>
              <a:ext uri="{FF2B5EF4-FFF2-40B4-BE49-F238E27FC236}">
                <a16:creationId xmlns:a16="http://schemas.microsoft.com/office/drawing/2014/main" id="{1CA1AC91-E5AE-A457-178C-6A577DAAF4C4}"/>
              </a:ext>
            </a:extLst>
          </p:cNvPr>
          <p:cNvSpPr>
            <a:spLocks noGrp="1"/>
          </p:cNvSpPr>
          <p:nvPr>
            <p:ph sz="quarter" idx="14" hasCustomPrompt="1"/>
          </p:nvPr>
        </p:nvSpPr>
        <p:spPr>
          <a:xfrm>
            <a:off x="811185" y="2774786"/>
            <a:ext cx="6400800" cy="3257550"/>
          </a:xfrm>
        </p:spPr>
        <p:txBody>
          <a:bodyPr lIns="0"/>
          <a:lstStyle>
            <a:lvl1pPr marL="0" indent="0">
              <a:buNone/>
              <a:defRPr sz="2400"/>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4">
            <a:extLst>
              <a:ext uri="{FF2B5EF4-FFF2-40B4-BE49-F238E27FC236}">
                <a16:creationId xmlns:a16="http://schemas.microsoft.com/office/drawing/2014/main" id="{9D4FED77-2877-7D28-E27C-7BE9F5E7393A}"/>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4" name="Slide Number Placeholder 5">
            <a:extLst>
              <a:ext uri="{FF2B5EF4-FFF2-40B4-BE49-F238E27FC236}">
                <a16:creationId xmlns:a16="http://schemas.microsoft.com/office/drawing/2014/main" id="{90785AC1-54EA-61EE-115B-C1910CC60A62}"/>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64587433"/>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solidFill>
          <a:schemeClr val="accent3"/>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F0B2CA14-03DC-FC05-7713-E0261B4B2F3E}"/>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642" b="69630"/>
          <a:stretch>
            <a:fillRect/>
          </a:stretch>
        </p:blipFill>
        <p:spPr>
          <a:xfrm>
            <a:off x="1" y="4775200"/>
            <a:ext cx="6608233" cy="2082800"/>
          </a:xfrm>
          <a:custGeom>
            <a:avLst/>
            <a:gdLst>
              <a:gd name="connsiteX0" fmla="*/ 0 w 6608233"/>
              <a:gd name="connsiteY0" fmla="*/ 0 h 2082800"/>
              <a:gd name="connsiteX1" fmla="*/ 6608233 w 6608233"/>
              <a:gd name="connsiteY1" fmla="*/ 0 h 2082800"/>
              <a:gd name="connsiteX2" fmla="*/ 6608233 w 6608233"/>
              <a:gd name="connsiteY2" fmla="*/ 2082800 h 2082800"/>
              <a:gd name="connsiteX3" fmla="*/ 0 w 6608233"/>
              <a:gd name="connsiteY3" fmla="*/ 2082800 h 2082800"/>
            </a:gdLst>
            <a:ahLst/>
            <a:cxnLst>
              <a:cxn ang="0">
                <a:pos x="connsiteX0" y="connsiteY0"/>
              </a:cxn>
              <a:cxn ang="0">
                <a:pos x="connsiteX1" y="connsiteY1"/>
              </a:cxn>
              <a:cxn ang="0">
                <a:pos x="connsiteX2" y="connsiteY2"/>
              </a:cxn>
              <a:cxn ang="0">
                <a:pos x="connsiteX3" y="connsiteY3"/>
              </a:cxn>
            </a:cxnLst>
            <a:rect l="l" t="t" r="r" b="b"/>
            <a:pathLst>
              <a:path w="6608233" h="2082800">
                <a:moveTo>
                  <a:pt x="0" y="0"/>
                </a:moveTo>
                <a:lnTo>
                  <a:pt x="6608233" y="0"/>
                </a:lnTo>
                <a:lnTo>
                  <a:pt x="6608233" y="2082800"/>
                </a:lnTo>
                <a:lnTo>
                  <a:pt x="0" y="2082800"/>
                </a:lnTo>
                <a:close/>
              </a:path>
            </a:pathLst>
          </a:custGeom>
        </p:spPr>
      </p:pic>
      <p:sp>
        <p:nvSpPr>
          <p:cNvPr id="5" name="Freeform 4">
            <a:extLst>
              <a:ext uri="{FF2B5EF4-FFF2-40B4-BE49-F238E27FC236}">
                <a16:creationId xmlns:a16="http://schemas.microsoft.com/office/drawing/2014/main" id="{5EC223C2-E475-8E7A-48D4-A9BC2EB6931C}"/>
              </a:ext>
              <a:ext uri="{C183D7F6-B498-43B3-948B-1728B52AA6E4}">
                <adec:decorative xmlns:adec="http://schemas.microsoft.com/office/drawing/2017/decorative" val="1"/>
              </a:ext>
            </a:extLst>
          </p:cNvPr>
          <p:cNvSpPr/>
          <p:nvPr userDrawn="1"/>
        </p:nvSpPr>
        <p:spPr>
          <a:xfrm>
            <a:off x="9249382" y="1747860"/>
            <a:ext cx="2692400" cy="2692400"/>
          </a:xfrm>
          <a:custGeom>
            <a:avLst/>
            <a:gdLst>
              <a:gd name="connsiteX0" fmla="*/ 1346200 w 2692400"/>
              <a:gd name="connsiteY0" fmla="*/ 0 h 2692400"/>
              <a:gd name="connsiteX1" fmla="*/ 2692400 w 2692400"/>
              <a:gd name="connsiteY1" fmla="*/ 1346200 h 2692400"/>
              <a:gd name="connsiteX2" fmla="*/ 1346200 w 2692400"/>
              <a:gd name="connsiteY2" fmla="*/ 2692400 h 2692400"/>
              <a:gd name="connsiteX3" fmla="*/ 0 w 2692400"/>
              <a:gd name="connsiteY3" fmla="*/ 1346200 h 2692400"/>
              <a:gd name="connsiteX4" fmla="*/ 1346200 w 2692400"/>
              <a:gd name="connsiteY4" fmla="*/ 0 h 2692400"/>
              <a:gd name="connsiteX5" fmla="*/ 1346199 w 2692400"/>
              <a:gd name="connsiteY5" fmla="*/ 457130 h 2692400"/>
              <a:gd name="connsiteX6" fmla="*/ 457130 w 2692400"/>
              <a:gd name="connsiteY6" fmla="*/ 1346199 h 2692400"/>
              <a:gd name="connsiteX7" fmla="*/ 1346199 w 2692400"/>
              <a:gd name="connsiteY7" fmla="*/ 2235268 h 2692400"/>
              <a:gd name="connsiteX8" fmla="*/ 2235268 w 2692400"/>
              <a:gd name="connsiteY8" fmla="*/ 1346199 h 2692400"/>
              <a:gd name="connsiteX9" fmla="*/ 1346199 w 2692400"/>
              <a:gd name="connsiteY9" fmla="*/ 45713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2400" h="2692400">
                <a:moveTo>
                  <a:pt x="1346200" y="0"/>
                </a:moveTo>
                <a:cubicBezTo>
                  <a:pt x="2089686" y="0"/>
                  <a:pt x="2692400" y="602714"/>
                  <a:pt x="2692400" y="1346200"/>
                </a:cubicBezTo>
                <a:cubicBezTo>
                  <a:pt x="2692400" y="2089686"/>
                  <a:pt x="2089686" y="2692400"/>
                  <a:pt x="1346200" y="2692400"/>
                </a:cubicBezTo>
                <a:cubicBezTo>
                  <a:pt x="602714" y="2692400"/>
                  <a:pt x="0" y="2089686"/>
                  <a:pt x="0" y="1346200"/>
                </a:cubicBezTo>
                <a:cubicBezTo>
                  <a:pt x="0" y="602714"/>
                  <a:pt x="602714" y="0"/>
                  <a:pt x="1346200" y="0"/>
                </a:cubicBezTo>
                <a:close/>
                <a:moveTo>
                  <a:pt x="1346199" y="457130"/>
                </a:moveTo>
                <a:cubicBezTo>
                  <a:pt x="855180" y="457130"/>
                  <a:pt x="457130" y="855180"/>
                  <a:pt x="457130" y="1346199"/>
                </a:cubicBezTo>
                <a:cubicBezTo>
                  <a:pt x="457130" y="1837218"/>
                  <a:pt x="855180" y="2235268"/>
                  <a:pt x="1346199" y="2235268"/>
                </a:cubicBezTo>
                <a:cubicBezTo>
                  <a:pt x="1837218" y="2235268"/>
                  <a:pt x="2235268" y="1837218"/>
                  <a:pt x="2235268" y="1346199"/>
                </a:cubicBezTo>
                <a:cubicBezTo>
                  <a:pt x="2235268" y="855180"/>
                  <a:pt x="1837218" y="457130"/>
                  <a:pt x="1346199" y="457130"/>
                </a:cubicBezTo>
                <a:close/>
              </a:path>
            </a:pathLst>
          </a:custGeom>
          <a:solidFill>
            <a:srgbClr val="D5DE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Oval 5">
            <a:extLst>
              <a:ext uri="{FF2B5EF4-FFF2-40B4-BE49-F238E27FC236}">
                <a16:creationId xmlns:a16="http://schemas.microsoft.com/office/drawing/2014/main" id="{1BD9D7CE-BCD9-0B12-1945-C5FFE31A7DAE}"/>
              </a:ext>
              <a:ext uri="{C183D7F6-B498-43B3-948B-1728B52AA6E4}">
                <adec:decorative xmlns:adec="http://schemas.microsoft.com/office/drawing/2017/decorative" val="1"/>
              </a:ext>
            </a:extLst>
          </p:cNvPr>
          <p:cNvSpPr/>
          <p:nvPr userDrawn="1"/>
        </p:nvSpPr>
        <p:spPr>
          <a:xfrm>
            <a:off x="8793014" y="361075"/>
            <a:ext cx="2115351" cy="21153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Title 1">
            <a:extLst>
              <a:ext uri="{FF2B5EF4-FFF2-40B4-BE49-F238E27FC236}">
                <a16:creationId xmlns:a16="http://schemas.microsoft.com/office/drawing/2014/main" id="{9455275E-28AB-F0B7-E799-5116B11205DF}"/>
              </a:ext>
            </a:extLst>
          </p:cNvPr>
          <p:cNvSpPr>
            <a:spLocks noGrp="1"/>
          </p:cNvSpPr>
          <p:nvPr>
            <p:ph type="title" hasCustomPrompt="1"/>
          </p:nvPr>
        </p:nvSpPr>
        <p:spPr>
          <a:xfrm>
            <a:off x="811185" y="827307"/>
            <a:ext cx="6400800" cy="5203387"/>
          </a:xfrm>
        </p:spPr>
        <p:txBody>
          <a:bodyPr lIns="0" tIns="0" rIns="0" bIns="0" anchor="ctr">
            <a:noAutofit/>
          </a:bodyPr>
          <a:lstStyle>
            <a:lvl1pPr>
              <a:defRPr sz="5400"/>
            </a:lvl1pPr>
          </a:lstStyle>
          <a:p>
            <a:r>
              <a:rPr lang="en-US" dirty="0"/>
              <a:t>Click to add title</a:t>
            </a:r>
          </a:p>
        </p:txBody>
      </p:sp>
      <p:sp>
        <p:nvSpPr>
          <p:cNvPr id="13" name="Picture Placeholder 12">
            <a:extLst>
              <a:ext uri="{FF2B5EF4-FFF2-40B4-BE49-F238E27FC236}">
                <a16:creationId xmlns:a16="http://schemas.microsoft.com/office/drawing/2014/main" id="{97BD7E0A-39A9-0CF7-F1CE-E777075BFAA9}"/>
              </a:ext>
            </a:extLst>
          </p:cNvPr>
          <p:cNvSpPr>
            <a:spLocks noGrp="1"/>
          </p:cNvSpPr>
          <p:nvPr>
            <p:ph type="pic" sz="quarter" idx="15"/>
          </p:nvPr>
        </p:nvSpPr>
        <p:spPr>
          <a:xfrm>
            <a:off x="7401915" y="3046905"/>
            <a:ext cx="3456590" cy="345659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a:ln w="57150">
            <a:noFill/>
          </a:ln>
        </p:spPr>
        <p:txBody>
          <a:bodyPr wrap="square" tIns="1371600">
            <a:noAutofit/>
          </a:bodyPr>
          <a:lstStyle>
            <a:lvl1pPr marL="0" indent="0" algn="ctr">
              <a:buNone/>
              <a:defRPr sz="1600"/>
            </a:lvl1pPr>
          </a:lstStyle>
          <a:p>
            <a:r>
              <a:rPr lang="en-US"/>
              <a:t>Click icon to add picture</a:t>
            </a:r>
            <a:endParaRPr lang="en-US" dirty="0"/>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073163654"/>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p:bg>
      <p:bgPr>
        <a:solidFill>
          <a:schemeClr val="accent3"/>
        </a:solidFill>
        <a:effectLst/>
      </p:bgPr>
    </p:bg>
    <p:spTree>
      <p:nvGrpSpPr>
        <p:cNvPr id="1" name=""/>
        <p:cNvGrpSpPr/>
        <p:nvPr/>
      </p:nvGrpSpPr>
      <p:grpSpPr>
        <a:xfrm>
          <a:off x="0" y="0"/>
          <a:ext cx="0" cy="0"/>
          <a:chOff x="0" y="0"/>
          <a:chExt cx="0" cy="0"/>
        </a:xfrm>
      </p:grpSpPr>
      <p:pic>
        <p:nvPicPr>
          <p:cNvPr id="2" name="Object 1">
            <a:extLst>
              <a:ext uri="{FF2B5EF4-FFF2-40B4-BE49-F238E27FC236}">
                <a16:creationId xmlns:a16="http://schemas.microsoft.com/office/drawing/2014/main" id="{269C21E5-B8EE-7438-A771-34BC8006E13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9385898" y="0"/>
            <a:ext cx="1574573" cy="3954463"/>
          </a:xfrm>
          <a:prstGeom prst="rect">
            <a:avLst/>
          </a:prstGeom>
        </p:spPr>
      </p:pic>
      <p:sp>
        <p:nvSpPr>
          <p:cNvPr id="3" name="Oval 2">
            <a:extLst>
              <a:ext uri="{FF2B5EF4-FFF2-40B4-BE49-F238E27FC236}">
                <a16:creationId xmlns:a16="http://schemas.microsoft.com/office/drawing/2014/main" id="{18F333FA-6DDE-DB6C-73BB-FE8387977425}"/>
              </a:ext>
              <a:ext uri="{C183D7F6-B498-43B3-948B-1728B52AA6E4}">
                <adec:decorative xmlns:adec="http://schemas.microsoft.com/office/drawing/2017/decorative" val="1"/>
              </a:ext>
            </a:extLst>
          </p:cNvPr>
          <p:cNvSpPr/>
          <p:nvPr userDrawn="1"/>
        </p:nvSpPr>
        <p:spPr>
          <a:xfrm>
            <a:off x="9115508" y="4240999"/>
            <a:ext cx="2115351" cy="21153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Title 1">
            <a:extLst>
              <a:ext uri="{FF2B5EF4-FFF2-40B4-BE49-F238E27FC236}">
                <a16:creationId xmlns:a16="http://schemas.microsoft.com/office/drawing/2014/main" id="{AB87953E-96F2-8BCC-B295-E1033E7D2747}"/>
              </a:ext>
            </a:extLst>
          </p:cNvPr>
          <p:cNvSpPr>
            <a:spLocks noGrp="1"/>
          </p:cNvSpPr>
          <p:nvPr>
            <p:ph type="title" hasCustomPrompt="1"/>
          </p:nvPr>
        </p:nvSpPr>
        <p:spPr>
          <a:xfrm>
            <a:off x="811185" y="621972"/>
            <a:ext cx="7599718" cy="3051394"/>
          </a:xfrm>
        </p:spPr>
        <p:txBody>
          <a:bodyPr lIns="0" tIns="0" rIns="0" bIns="0" anchor="b">
            <a:noAutofit/>
          </a:bodyPr>
          <a:lstStyle>
            <a:lvl1pPr>
              <a:defRPr sz="5400"/>
            </a:lvl1pPr>
          </a:lstStyle>
          <a:p>
            <a:r>
              <a:rPr lang="en-US" dirty="0"/>
              <a:t>Click to add title</a:t>
            </a:r>
          </a:p>
        </p:txBody>
      </p:sp>
      <p:sp>
        <p:nvSpPr>
          <p:cNvPr id="6" name="Text Placeholder 15">
            <a:extLst>
              <a:ext uri="{FF2B5EF4-FFF2-40B4-BE49-F238E27FC236}">
                <a16:creationId xmlns:a16="http://schemas.microsoft.com/office/drawing/2014/main" id="{0A627B70-91C8-40B9-6189-B29749FF6E92}"/>
              </a:ext>
            </a:extLst>
          </p:cNvPr>
          <p:cNvSpPr>
            <a:spLocks noGrp="1"/>
          </p:cNvSpPr>
          <p:nvPr>
            <p:ph type="body" sz="quarter" idx="14" hasCustomPrompt="1"/>
          </p:nvPr>
        </p:nvSpPr>
        <p:spPr>
          <a:xfrm>
            <a:off x="811185" y="3965028"/>
            <a:ext cx="7599718" cy="1493781"/>
          </a:xfrm>
        </p:spPr>
        <p:txBody>
          <a:bodyPr lIns="0" tIns="0" rIns="0" bIns="0">
            <a:noAutofit/>
          </a:bodyPr>
          <a:lstStyle>
            <a:lvl1pPr marL="0" indent="0">
              <a:buNone/>
              <a:defRPr sz="2400" b="1" i="0">
                <a:solidFill>
                  <a:schemeClr val="accent4"/>
                </a:solidFill>
                <a:latin typeface="+mj-lt"/>
                <a:cs typeface="Arial" panose="020B0604020202020204" pitchFamily="34" charset="0"/>
              </a:defRPr>
            </a:lvl1pPr>
            <a:lvl2pPr marL="457200" indent="0">
              <a:buNone/>
              <a:defRPr sz="1800" b="1" i="0">
                <a:latin typeface="Arial Black" panose="020B0604020202020204" pitchFamily="34" charset="0"/>
                <a:cs typeface="Arial Black" panose="020B0604020202020204" pitchFamily="34" charset="0"/>
              </a:defRPr>
            </a:lvl2pPr>
          </a:lstStyle>
          <a:p>
            <a:r>
              <a:rPr lang="en-US" dirty="0"/>
              <a:t>Click to add subtitle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158947024"/>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3"/>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C12813-DBA6-41C2-2418-83919E059FED}"/>
              </a:ext>
              <a:ext uri="{C183D7F6-B498-43B3-948B-1728B52AA6E4}">
                <adec:decorative xmlns:adec="http://schemas.microsoft.com/office/drawing/2017/decorative" val="1"/>
              </a:ext>
            </a:extLst>
          </p:cNvPr>
          <p:cNvGrpSpPr/>
          <p:nvPr userDrawn="1"/>
        </p:nvGrpSpPr>
        <p:grpSpPr>
          <a:xfrm rot="10800000">
            <a:off x="741680" y="0"/>
            <a:ext cx="2133966" cy="2133966"/>
            <a:chOff x="9654699" y="2229295"/>
            <a:chExt cx="2133966" cy="2133966"/>
          </a:xfrm>
        </p:grpSpPr>
        <p:sp>
          <p:nvSpPr>
            <p:cNvPr id="5" name="Freeform 4">
              <a:extLst>
                <a:ext uri="{FF2B5EF4-FFF2-40B4-BE49-F238E27FC236}">
                  <a16:creationId xmlns:a16="http://schemas.microsoft.com/office/drawing/2014/main" id="{C2A74540-7988-B712-8AB1-9EE03FE1EC8A}"/>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736CF9A1-91DA-6419-08F2-4CC262EA4D1E}"/>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9" name="Graphic 8">
            <a:extLst>
              <a:ext uri="{FF2B5EF4-FFF2-40B4-BE49-F238E27FC236}">
                <a16:creationId xmlns:a16="http://schemas.microsoft.com/office/drawing/2014/main" id="{AAAE3BC0-55AE-B520-F2B8-50BF886EF7E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52884" r="34757"/>
          <a:stretch>
            <a:fillRect/>
          </a:stretch>
        </p:blipFill>
        <p:spPr>
          <a:xfrm flipH="1" flipV="1">
            <a:off x="0" y="3626779"/>
            <a:ext cx="4474331" cy="3231221"/>
          </a:xfrm>
          <a:custGeom>
            <a:avLst/>
            <a:gdLst>
              <a:gd name="connsiteX0" fmla="*/ 0 w 4474331"/>
              <a:gd name="connsiteY0" fmla="*/ 0 h 3231221"/>
              <a:gd name="connsiteX1" fmla="*/ 4474331 w 4474331"/>
              <a:gd name="connsiteY1" fmla="*/ 0 h 3231221"/>
              <a:gd name="connsiteX2" fmla="*/ 4474331 w 4474331"/>
              <a:gd name="connsiteY2" fmla="*/ 3231221 h 3231221"/>
              <a:gd name="connsiteX3" fmla="*/ 0 w 4474331"/>
              <a:gd name="connsiteY3" fmla="*/ 3231221 h 3231221"/>
            </a:gdLst>
            <a:ahLst/>
            <a:cxnLst>
              <a:cxn ang="0">
                <a:pos x="connsiteX0" y="connsiteY0"/>
              </a:cxn>
              <a:cxn ang="0">
                <a:pos x="connsiteX1" y="connsiteY1"/>
              </a:cxn>
              <a:cxn ang="0">
                <a:pos x="connsiteX2" y="connsiteY2"/>
              </a:cxn>
              <a:cxn ang="0">
                <a:pos x="connsiteX3" y="connsiteY3"/>
              </a:cxn>
            </a:cxnLst>
            <a:rect l="l" t="t" r="r" b="b"/>
            <a:pathLst>
              <a:path w="4474331" h="3231221">
                <a:moveTo>
                  <a:pt x="0" y="0"/>
                </a:moveTo>
                <a:lnTo>
                  <a:pt x="4474331" y="0"/>
                </a:lnTo>
                <a:lnTo>
                  <a:pt x="4474331" y="3231221"/>
                </a:lnTo>
                <a:lnTo>
                  <a:pt x="0" y="3231221"/>
                </a:lnTo>
                <a:close/>
              </a:path>
            </a:pathLst>
          </a:custGeom>
        </p:spPr>
      </p:pic>
      <p:sp>
        <p:nvSpPr>
          <p:cNvPr id="14" name="Title 1">
            <a:extLst>
              <a:ext uri="{FF2B5EF4-FFF2-40B4-BE49-F238E27FC236}">
                <a16:creationId xmlns:a16="http://schemas.microsoft.com/office/drawing/2014/main" id="{7B29A2F3-C289-9762-6F9F-DA18D322DF07}"/>
              </a:ext>
            </a:extLst>
          </p:cNvPr>
          <p:cNvSpPr>
            <a:spLocks noGrp="1"/>
          </p:cNvSpPr>
          <p:nvPr>
            <p:ph type="title" hasCustomPrompt="1"/>
          </p:nvPr>
        </p:nvSpPr>
        <p:spPr>
          <a:xfrm>
            <a:off x="4953000" y="621972"/>
            <a:ext cx="6400800"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8F2A1870-E86B-5125-7AB3-A1F5DF7E7528}"/>
              </a:ext>
            </a:extLst>
          </p:cNvPr>
          <p:cNvSpPr>
            <a:spLocks noGrp="1"/>
          </p:cNvSpPr>
          <p:nvPr>
            <p:ph sz="quarter" idx="26" hasCustomPrompt="1"/>
          </p:nvPr>
        </p:nvSpPr>
        <p:spPr>
          <a:xfrm>
            <a:off x="4953000" y="2768043"/>
            <a:ext cx="6400799" cy="3231221"/>
          </a:xfrm>
        </p:spPr>
        <p:txBody>
          <a:bodyPr lIns="0" tIns="0" rIns="0" bIns="0"/>
          <a:lstStyle>
            <a:lvl1pPr marL="0" indent="0">
              <a:buNone/>
              <a:defRPr sz="1800"/>
            </a:lvl1pPr>
            <a:lvl2pPr marL="411480">
              <a:defRPr sz="1600"/>
            </a:lvl2pPr>
            <a:lvl3pPr marL="685800">
              <a:defRPr sz="1400"/>
            </a:lvl3pPr>
            <a:lvl4pPr marL="1051560">
              <a:defRPr sz="1200"/>
            </a:lvl4pPr>
            <a:lvl5pPr marL="1417320">
              <a:defRPr sz="10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F1FE2A1C-A3CC-9D8B-DE44-FDE1132F7FC5}"/>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11" name="Slide Number Placeholder 5">
            <a:extLst>
              <a:ext uri="{FF2B5EF4-FFF2-40B4-BE49-F238E27FC236}">
                <a16:creationId xmlns:a16="http://schemas.microsoft.com/office/drawing/2014/main" id="{23C454DD-C924-8468-6944-AF53508CD86B}"/>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56882561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title + Pictur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12D1-08AF-45E9-A34A-BDE9E860BAA2}"/>
              </a:ext>
            </a:extLst>
          </p:cNvPr>
          <p:cNvSpPr>
            <a:spLocks noGrp="1"/>
          </p:cNvSpPr>
          <p:nvPr>
            <p:ph type="title" hasCustomPrompt="1"/>
          </p:nvPr>
        </p:nvSpPr>
        <p:spPr>
          <a:xfrm>
            <a:off x="811185" y="621972"/>
            <a:ext cx="6400800" cy="3051393"/>
          </a:xfrm>
        </p:spPr>
        <p:txBody>
          <a:bodyPr lIns="0" tIns="0" rIns="0" bIns="0" anchor="b">
            <a:noAutofit/>
          </a:bodyPr>
          <a:lstStyle>
            <a:lvl1pPr>
              <a:defRPr sz="5400" baseline="0"/>
            </a:lvl1pPr>
          </a:lstStyle>
          <a:p>
            <a:r>
              <a:rPr lang="en-US" dirty="0"/>
              <a:t>Click to add title</a:t>
            </a:r>
          </a:p>
        </p:txBody>
      </p:sp>
      <p:sp>
        <p:nvSpPr>
          <p:cNvPr id="14" name="Text Placeholder 15">
            <a:extLst>
              <a:ext uri="{FF2B5EF4-FFF2-40B4-BE49-F238E27FC236}">
                <a16:creationId xmlns:a16="http://schemas.microsoft.com/office/drawing/2014/main" id="{E0CDAE70-42DC-AB0D-6734-B9944B7993D9}"/>
              </a:ext>
            </a:extLst>
          </p:cNvPr>
          <p:cNvSpPr>
            <a:spLocks noGrp="1"/>
          </p:cNvSpPr>
          <p:nvPr>
            <p:ph type="body" sz="quarter" idx="13" hasCustomPrompt="1"/>
          </p:nvPr>
        </p:nvSpPr>
        <p:spPr>
          <a:xfrm>
            <a:off x="811185" y="3965028"/>
            <a:ext cx="6400799" cy="1966747"/>
          </a:xfrm>
        </p:spPr>
        <p:txBody>
          <a:bodyPr vert="horz" lIns="0" tIns="0" rIns="0" bIns="0" rtlCol="0">
            <a:noAutofit/>
          </a:bodyPr>
          <a:lstStyle>
            <a:lvl1pPr marL="0" indent="0">
              <a:buNone/>
              <a:defRPr lang="en-US" sz="2400" b="1" i="0" dirty="0">
                <a:solidFill>
                  <a:schemeClr val="accent4"/>
                </a:solidFill>
                <a:latin typeface="+mj-lt"/>
                <a:cs typeface="Arial Black" panose="020B0604020202020204" pitchFamily="34" charset="0"/>
              </a:defRPr>
            </a:lvl1pPr>
          </a:lstStyle>
          <a:p>
            <a:pPr marL="228600" lvl="0" indent="-228600"/>
            <a:r>
              <a:rPr lang="en-US" dirty="0"/>
              <a:t>Click to add subtitle</a:t>
            </a:r>
          </a:p>
        </p:txBody>
      </p:sp>
      <p:pic>
        <p:nvPicPr>
          <p:cNvPr id="10" name="Graphic 9">
            <a:extLst>
              <a:ext uri="{FF2B5EF4-FFF2-40B4-BE49-F238E27FC236}">
                <a16:creationId xmlns:a16="http://schemas.microsoft.com/office/drawing/2014/main" id="{B3606A3B-5B75-C830-0580-02B3AF648B3A}"/>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16698" r="40000"/>
          <a:stretch>
            <a:fillRect/>
          </a:stretch>
        </p:blipFill>
        <p:spPr>
          <a:xfrm>
            <a:off x="8077200" y="0"/>
            <a:ext cx="4114800" cy="5712824"/>
          </a:xfrm>
          <a:custGeom>
            <a:avLst/>
            <a:gdLst>
              <a:gd name="connsiteX0" fmla="*/ 0 w 4114800"/>
              <a:gd name="connsiteY0" fmla="*/ 0 h 5712824"/>
              <a:gd name="connsiteX1" fmla="*/ 4114800 w 4114800"/>
              <a:gd name="connsiteY1" fmla="*/ 0 h 5712824"/>
              <a:gd name="connsiteX2" fmla="*/ 4114800 w 4114800"/>
              <a:gd name="connsiteY2" fmla="*/ 5712824 h 5712824"/>
              <a:gd name="connsiteX3" fmla="*/ 0 w 4114800"/>
              <a:gd name="connsiteY3" fmla="*/ 5712824 h 5712824"/>
            </a:gdLst>
            <a:ahLst/>
            <a:cxnLst>
              <a:cxn ang="0">
                <a:pos x="connsiteX0" y="connsiteY0"/>
              </a:cxn>
              <a:cxn ang="0">
                <a:pos x="connsiteX1" y="connsiteY1"/>
              </a:cxn>
              <a:cxn ang="0">
                <a:pos x="connsiteX2" y="connsiteY2"/>
              </a:cxn>
              <a:cxn ang="0">
                <a:pos x="connsiteX3" y="connsiteY3"/>
              </a:cxn>
            </a:cxnLst>
            <a:rect l="l" t="t" r="r" b="b"/>
            <a:pathLst>
              <a:path w="4114800" h="5712824">
                <a:moveTo>
                  <a:pt x="0" y="0"/>
                </a:moveTo>
                <a:lnTo>
                  <a:pt x="4114800" y="0"/>
                </a:lnTo>
                <a:lnTo>
                  <a:pt x="4114800" y="5712824"/>
                </a:lnTo>
                <a:lnTo>
                  <a:pt x="0" y="5712824"/>
                </a:lnTo>
                <a:close/>
              </a:path>
            </a:pathLst>
          </a:custGeom>
        </p:spPr>
      </p:pic>
      <p:sp>
        <p:nvSpPr>
          <p:cNvPr id="12" name="Oval 11">
            <a:extLst>
              <a:ext uri="{FF2B5EF4-FFF2-40B4-BE49-F238E27FC236}">
                <a16:creationId xmlns:a16="http://schemas.microsoft.com/office/drawing/2014/main" id="{45B92DB2-64DD-608F-360F-52958A93EB5B}"/>
              </a:ext>
              <a:ext uri="{C183D7F6-B498-43B3-948B-1728B52AA6E4}">
                <adec:decorative xmlns:adec="http://schemas.microsoft.com/office/drawing/2017/decorative" val="1"/>
              </a:ext>
            </a:extLst>
          </p:cNvPr>
          <p:cNvSpPr/>
          <p:nvPr userDrawn="1"/>
        </p:nvSpPr>
        <p:spPr>
          <a:xfrm>
            <a:off x="7445683" y="944192"/>
            <a:ext cx="1291008" cy="129100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 name="Picture Placeholder 2">
            <a:extLst>
              <a:ext uri="{FF2B5EF4-FFF2-40B4-BE49-F238E27FC236}">
                <a16:creationId xmlns:a16="http://schemas.microsoft.com/office/drawing/2014/main" id="{6038EDAF-6CF8-D96E-EB91-CAFEBE0CA195}"/>
              </a:ext>
            </a:extLst>
          </p:cNvPr>
          <p:cNvSpPr>
            <a:spLocks noGrp="1"/>
          </p:cNvSpPr>
          <p:nvPr>
            <p:ph type="pic" sz="quarter" idx="15"/>
          </p:nvPr>
        </p:nvSpPr>
        <p:spPr>
          <a:xfrm>
            <a:off x="8091187" y="2475185"/>
            <a:ext cx="3456590" cy="3456590"/>
          </a:xfrm>
          <a:custGeom>
            <a:avLst/>
            <a:gdLst>
              <a:gd name="connsiteX0" fmla="*/ 1728295 w 3456590"/>
              <a:gd name="connsiteY0" fmla="*/ 0 h 3456590"/>
              <a:gd name="connsiteX1" fmla="*/ 3456590 w 3456590"/>
              <a:gd name="connsiteY1" fmla="*/ 1728295 h 3456590"/>
              <a:gd name="connsiteX2" fmla="*/ 1728295 w 3456590"/>
              <a:gd name="connsiteY2" fmla="*/ 3456590 h 3456590"/>
              <a:gd name="connsiteX3" fmla="*/ 0 w 3456590"/>
              <a:gd name="connsiteY3" fmla="*/ 1728295 h 3456590"/>
              <a:gd name="connsiteX4" fmla="*/ 1728295 w 3456590"/>
              <a:gd name="connsiteY4" fmla="*/ 0 h 34565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6590" h="3456590">
                <a:moveTo>
                  <a:pt x="1728295" y="0"/>
                </a:moveTo>
                <a:cubicBezTo>
                  <a:pt x="2682806" y="0"/>
                  <a:pt x="3456590" y="773784"/>
                  <a:pt x="3456590" y="1728295"/>
                </a:cubicBezTo>
                <a:cubicBezTo>
                  <a:pt x="3456590" y="2682806"/>
                  <a:pt x="2682806" y="3456590"/>
                  <a:pt x="1728295" y="3456590"/>
                </a:cubicBezTo>
                <a:cubicBezTo>
                  <a:pt x="773784" y="3456590"/>
                  <a:pt x="0" y="2682806"/>
                  <a:pt x="0" y="1728295"/>
                </a:cubicBezTo>
                <a:cubicBezTo>
                  <a:pt x="0" y="773784"/>
                  <a:pt x="773784" y="0"/>
                  <a:pt x="1728295" y="0"/>
                </a:cubicBezTo>
                <a:close/>
              </a:path>
            </a:pathLst>
          </a:custGeom>
          <a:solidFill>
            <a:schemeClr val="accent3"/>
          </a:solidFill>
          <a:ln w="57150">
            <a:noFill/>
          </a:ln>
        </p:spPr>
        <p:txBody>
          <a:bodyPr wrap="square" tIns="1188720">
            <a:noAutofit/>
          </a:bodyPr>
          <a:lstStyle>
            <a:lvl1pPr marL="0" indent="0" algn="ctr">
              <a:buNone/>
              <a:defRPr sz="1600"/>
            </a:lvl1pPr>
          </a:lstStyle>
          <a:p>
            <a:r>
              <a:rPr lang="en-US"/>
              <a:t>Click icon to add picture</a:t>
            </a:r>
            <a:endParaRPr lang="en-US" dirty="0"/>
          </a:p>
        </p:txBody>
      </p:sp>
      <p:sp>
        <p:nvSpPr>
          <p:cNvPr id="6" name="Footer Placeholder 4">
            <a:extLst>
              <a:ext uri="{FF2B5EF4-FFF2-40B4-BE49-F238E27FC236}">
                <a16:creationId xmlns:a16="http://schemas.microsoft.com/office/drawing/2014/main" id="{BE148B4D-CB0B-8B95-BA58-B33DE05305B9}"/>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9" name="Slide Number Placeholder 5">
            <a:extLst>
              <a:ext uri="{FF2B5EF4-FFF2-40B4-BE49-F238E27FC236}">
                <a16:creationId xmlns:a16="http://schemas.microsoft.com/office/drawing/2014/main" id="{9B895145-43B3-C337-08C1-C009F83D87F4}"/>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52388379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3">
    <p:bg>
      <p:bgPr>
        <a:solidFill>
          <a:schemeClr val="accent3"/>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A22F8239-92F5-595B-5DD3-ACBA1C19E6A1}"/>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b="82969"/>
          <a:stretch/>
        </p:blipFill>
        <p:spPr>
          <a:xfrm>
            <a:off x="3459002" y="5609995"/>
            <a:ext cx="7328137" cy="1248005"/>
          </a:xfrm>
          <a:custGeom>
            <a:avLst/>
            <a:gdLst>
              <a:gd name="connsiteX0" fmla="*/ 0 w 7328137"/>
              <a:gd name="connsiteY0" fmla="*/ 0 h 1912980"/>
              <a:gd name="connsiteX1" fmla="*/ 7328137 w 7328137"/>
              <a:gd name="connsiteY1" fmla="*/ 0 h 1912980"/>
              <a:gd name="connsiteX2" fmla="*/ 7328137 w 7328137"/>
              <a:gd name="connsiteY2" fmla="*/ 1912980 h 1912980"/>
              <a:gd name="connsiteX3" fmla="*/ 0 w 7328137"/>
              <a:gd name="connsiteY3" fmla="*/ 1912980 h 1912980"/>
            </a:gdLst>
            <a:ahLst/>
            <a:cxnLst>
              <a:cxn ang="0">
                <a:pos x="connsiteX0" y="connsiteY0"/>
              </a:cxn>
              <a:cxn ang="0">
                <a:pos x="connsiteX1" y="connsiteY1"/>
              </a:cxn>
              <a:cxn ang="0">
                <a:pos x="connsiteX2" y="connsiteY2"/>
              </a:cxn>
              <a:cxn ang="0">
                <a:pos x="connsiteX3" y="connsiteY3"/>
              </a:cxn>
            </a:cxnLst>
            <a:rect l="l" t="t" r="r" b="b"/>
            <a:pathLst>
              <a:path w="7328137" h="1912980">
                <a:moveTo>
                  <a:pt x="0" y="0"/>
                </a:moveTo>
                <a:lnTo>
                  <a:pt x="7328137" y="0"/>
                </a:lnTo>
                <a:lnTo>
                  <a:pt x="7328137" y="1912980"/>
                </a:lnTo>
                <a:lnTo>
                  <a:pt x="0" y="1912980"/>
                </a:lnTo>
                <a:close/>
              </a:path>
            </a:pathLst>
          </a:custGeom>
        </p:spPr>
      </p:pic>
      <p:grpSp>
        <p:nvGrpSpPr>
          <p:cNvPr id="10" name="Group 9">
            <a:extLst>
              <a:ext uri="{FF2B5EF4-FFF2-40B4-BE49-F238E27FC236}">
                <a16:creationId xmlns:a16="http://schemas.microsoft.com/office/drawing/2014/main" id="{DF9E987C-6F3E-FB11-D796-2D5F9075A7FF}"/>
              </a:ext>
              <a:ext uri="{C183D7F6-B498-43B3-948B-1728B52AA6E4}">
                <adec:decorative xmlns:adec="http://schemas.microsoft.com/office/drawing/2017/decorative" val="1"/>
              </a:ext>
            </a:extLst>
          </p:cNvPr>
          <p:cNvGrpSpPr/>
          <p:nvPr userDrawn="1"/>
        </p:nvGrpSpPr>
        <p:grpSpPr>
          <a:xfrm rot="10800000">
            <a:off x="9829617" y="0"/>
            <a:ext cx="2133966" cy="2133966"/>
            <a:chOff x="9654699" y="2229295"/>
            <a:chExt cx="2133966" cy="2133966"/>
          </a:xfrm>
        </p:grpSpPr>
        <p:sp>
          <p:nvSpPr>
            <p:cNvPr id="11" name="Freeform 10">
              <a:extLst>
                <a:ext uri="{FF2B5EF4-FFF2-40B4-BE49-F238E27FC236}">
                  <a16:creationId xmlns:a16="http://schemas.microsoft.com/office/drawing/2014/main" id="{53342B09-3192-492F-3F5F-19163C83F9EE}"/>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062E2B15-36A9-C2C7-6306-EEA512B646D0}"/>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1" name="Title 1">
            <a:extLst>
              <a:ext uri="{FF2B5EF4-FFF2-40B4-BE49-F238E27FC236}">
                <a16:creationId xmlns:a16="http://schemas.microsoft.com/office/drawing/2014/main" id="{52DD956C-BC83-8F97-6FF5-5A11028FEFEA}"/>
              </a:ext>
            </a:extLst>
          </p:cNvPr>
          <p:cNvSpPr>
            <a:spLocks noGrp="1"/>
          </p:cNvSpPr>
          <p:nvPr>
            <p:ph type="title" hasCustomPrompt="1"/>
          </p:nvPr>
        </p:nvSpPr>
        <p:spPr>
          <a:xfrm>
            <a:off x="813816" y="621792"/>
            <a:ext cx="8180412"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5A612ED1-3CD3-8532-2C92-777F6D005F10}"/>
              </a:ext>
            </a:extLst>
          </p:cNvPr>
          <p:cNvSpPr>
            <a:spLocks noGrp="1"/>
          </p:cNvSpPr>
          <p:nvPr>
            <p:ph sz="quarter" idx="26" hasCustomPrompt="1"/>
          </p:nvPr>
        </p:nvSpPr>
        <p:spPr>
          <a:xfrm>
            <a:off x="813816" y="2948152"/>
            <a:ext cx="4956470" cy="3120773"/>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56A4BCE7-3651-7CA3-1353-9B2526D267AF}"/>
              </a:ext>
            </a:extLst>
          </p:cNvPr>
          <p:cNvSpPr>
            <a:spLocks noGrp="1"/>
          </p:cNvSpPr>
          <p:nvPr>
            <p:ph sz="quarter" idx="27" hasCustomPrompt="1"/>
          </p:nvPr>
        </p:nvSpPr>
        <p:spPr>
          <a:xfrm>
            <a:off x="6421716" y="2948152"/>
            <a:ext cx="4956470" cy="3120773"/>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776886504"/>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3"/>
        </a:solidFill>
        <a:effectLst/>
      </p:bgPr>
    </p:bg>
    <p:spTree>
      <p:nvGrpSpPr>
        <p:cNvPr id="1" name=""/>
        <p:cNvGrpSpPr/>
        <p:nvPr/>
      </p:nvGrpSpPr>
      <p:grpSpPr>
        <a:xfrm>
          <a:off x="0" y="0"/>
          <a:ext cx="0" cy="0"/>
          <a:chOff x="0" y="0"/>
          <a:chExt cx="0" cy="0"/>
        </a:xfrm>
      </p:grpSpPr>
      <p:pic>
        <p:nvPicPr>
          <p:cNvPr id="4" name="Object 1">
            <a:extLst>
              <a:ext uri="{FF2B5EF4-FFF2-40B4-BE49-F238E27FC236}">
                <a16:creationId xmlns:a16="http://schemas.microsoft.com/office/drawing/2014/main" id="{83F8143D-16B1-4CE2-1910-9E507492215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rot="10800000">
            <a:off x="1084203" y="4586286"/>
            <a:ext cx="1574573" cy="2271713"/>
          </a:xfrm>
          <a:prstGeom prst="rect">
            <a:avLst/>
          </a:prstGeom>
        </p:spPr>
      </p:pic>
      <p:sp>
        <p:nvSpPr>
          <p:cNvPr id="10" name="Oval 9">
            <a:extLst>
              <a:ext uri="{FF2B5EF4-FFF2-40B4-BE49-F238E27FC236}">
                <a16:creationId xmlns:a16="http://schemas.microsoft.com/office/drawing/2014/main" id="{F6BE63D1-6CC6-AD50-D587-0514090FB382}"/>
              </a:ext>
              <a:ext uri="{C183D7F6-B498-43B3-948B-1728B52AA6E4}">
                <adec:decorative xmlns:adec="http://schemas.microsoft.com/office/drawing/2017/decorative" val="1"/>
              </a:ext>
            </a:extLst>
          </p:cNvPr>
          <p:cNvSpPr/>
          <p:nvPr userDrawn="1"/>
        </p:nvSpPr>
        <p:spPr>
          <a:xfrm rot="10800000">
            <a:off x="813816" y="2184400"/>
            <a:ext cx="2115351" cy="21153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3" name="Title 1">
            <a:extLst>
              <a:ext uri="{FF2B5EF4-FFF2-40B4-BE49-F238E27FC236}">
                <a16:creationId xmlns:a16="http://schemas.microsoft.com/office/drawing/2014/main" id="{D1A089D1-3F91-4EA1-F598-0EDD4632E42D}"/>
              </a:ext>
            </a:extLst>
          </p:cNvPr>
          <p:cNvSpPr>
            <a:spLocks noGrp="1"/>
          </p:cNvSpPr>
          <p:nvPr>
            <p:ph type="title" hasCustomPrompt="1"/>
          </p:nvPr>
        </p:nvSpPr>
        <p:spPr>
          <a:xfrm>
            <a:off x="813816" y="605155"/>
            <a:ext cx="10571734" cy="1160145"/>
          </a:xfrm>
        </p:spPr>
        <p:txBody>
          <a:bodyPr lIns="0" tIns="0" rIns="0" bIns="0">
            <a:noAutofit/>
          </a:bodyPr>
          <a:lstStyle/>
          <a:p>
            <a:r>
              <a:rPr lang="en-US" dirty="0"/>
              <a:t>Click to add title</a:t>
            </a:r>
          </a:p>
        </p:txBody>
      </p:sp>
      <p:sp>
        <p:nvSpPr>
          <p:cNvPr id="5" name="Content Placeholder 2">
            <a:extLst>
              <a:ext uri="{FF2B5EF4-FFF2-40B4-BE49-F238E27FC236}">
                <a16:creationId xmlns:a16="http://schemas.microsoft.com/office/drawing/2014/main" id="{82DE6614-889D-2DB5-4C2F-DCBD22BA3B22}"/>
              </a:ext>
            </a:extLst>
          </p:cNvPr>
          <p:cNvSpPr>
            <a:spLocks noGrp="1"/>
          </p:cNvSpPr>
          <p:nvPr>
            <p:ph sz="quarter" idx="27" hasCustomPrompt="1"/>
          </p:nvPr>
        </p:nvSpPr>
        <p:spPr>
          <a:xfrm>
            <a:off x="3835400" y="2185127"/>
            <a:ext cx="2736849" cy="4067717"/>
          </a:xfrm>
        </p:spPr>
        <p:txBody>
          <a:bodyPr lIns="0" tIns="0" rIns="0" bIns="0"/>
          <a:lstStyle>
            <a:lvl1pPr marL="342900" indent="-342900">
              <a:buFont typeface="+mj-lt"/>
              <a:buAutoNum type="arabicPeriod"/>
              <a:defRPr sz="1800"/>
            </a:lvl1pPr>
            <a:lvl2pPr marL="525780" indent="-342900">
              <a:buFont typeface="+mj-lt"/>
              <a:buAutoNum type="alphaLcPeriod"/>
              <a:defRPr sz="1800"/>
            </a:lvl2pPr>
            <a:lvl3pPr marL="800100" indent="-342900">
              <a:buFont typeface="+mj-lt"/>
              <a:buAutoNum type="arabicParenR"/>
              <a:defRPr sz="1800"/>
            </a:lvl3pPr>
            <a:lvl4pPr marL="1051560" indent="-228600">
              <a:buFont typeface="+mj-lt"/>
              <a:buAutoNum type="alphaLcParenR"/>
              <a:defRPr sz="1800"/>
            </a:lvl4pPr>
            <a:lvl5pPr marL="1417320" indent="-22860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2">
            <a:extLst>
              <a:ext uri="{FF2B5EF4-FFF2-40B4-BE49-F238E27FC236}">
                <a16:creationId xmlns:a16="http://schemas.microsoft.com/office/drawing/2014/main" id="{B7B2B871-B646-8E1E-CD57-2224B2D4E590}"/>
              </a:ext>
            </a:extLst>
          </p:cNvPr>
          <p:cNvSpPr>
            <a:spLocks noGrp="1"/>
          </p:cNvSpPr>
          <p:nvPr>
            <p:ph sz="quarter" idx="28" hasCustomPrompt="1"/>
          </p:nvPr>
        </p:nvSpPr>
        <p:spPr>
          <a:xfrm>
            <a:off x="7221564" y="2184400"/>
            <a:ext cx="4156619" cy="4046290"/>
          </a:xfrm>
        </p:spPr>
        <p:txBody>
          <a:bodyPr lIns="0" tIns="0" rIns="0" bIns="0"/>
          <a:lstStyle>
            <a:lvl1pPr marL="0" indent="0">
              <a:spcBef>
                <a:spcPts val="1000"/>
              </a:spcBef>
              <a:buNone/>
              <a:defRPr sz="1800"/>
            </a:lvl1pPr>
            <a:lvl2pPr marL="283464" indent="-283464">
              <a:spcBef>
                <a:spcPts val="1000"/>
              </a:spcBef>
              <a:defRPr sz="1800"/>
            </a:lvl2pPr>
            <a:lvl3pPr marL="685800">
              <a:spcBef>
                <a:spcPts val="1000"/>
              </a:spcBef>
              <a:defRPr sz="1800"/>
            </a:lvl3pPr>
            <a:lvl4pPr marL="1051560">
              <a:spcBef>
                <a:spcPts val="1000"/>
              </a:spcBef>
              <a:defRPr sz="1800"/>
            </a:lvl4pPr>
            <a:lvl5pPr marL="1417320">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627698952"/>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Picture ">
    <p:bg>
      <p:bgPr>
        <a:solidFill>
          <a:schemeClr val="accent3"/>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8C74DBB-978B-8EA5-44E6-3AF3F58B7003}"/>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5028" b="78285"/>
          <a:stretch/>
        </p:blipFill>
        <p:spPr>
          <a:xfrm>
            <a:off x="0" y="5368807"/>
            <a:ext cx="3769950" cy="1489194"/>
          </a:xfrm>
          <a:custGeom>
            <a:avLst/>
            <a:gdLst>
              <a:gd name="connsiteX0" fmla="*/ 0 w 3769950"/>
              <a:gd name="connsiteY0" fmla="*/ 0 h 2245753"/>
              <a:gd name="connsiteX1" fmla="*/ 3769950 w 3769950"/>
              <a:gd name="connsiteY1" fmla="*/ 0 h 2245753"/>
              <a:gd name="connsiteX2" fmla="*/ 3769950 w 3769950"/>
              <a:gd name="connsiteY2" fmla="*/ 2245753 h 2245753"/>
              <a:gd name="connsiteX3" fmla="*/ 0 w 3769950"/>
              <a:gd name="connsiteY3" fmla="*/ 2245753 h 2245753"/>
            </a:gdLst>
            <a:ahLst/>
            <a:cxnLst>
              <a:cxn ang="0">
                <a:pos x="connsiteX0" y="connsiteY0"/>
              </a:cxn>
              <a:cxn ang="0">
                <a:pos x="connsiteX1" y="connsiteY1"/>
              </a:cxn>
              <a:cxn ang="0">
                <a:pos x="connsiteX2" y="connsiteY2"/>
              </a:cxn>
              <a:cxn ang="0">
                <a:pos x="connsiteX3" y="connsiteY3"/>
              </a:cxn>
            </a:cxnLst>
            <a:rect l="l" t="t" r="r" b="b"/>
            <a:pathLst>
              <a:path w="3769950" h="2245753">
                <a:moveTo>
                  <a:pt x="0" y="0"/>
                </a:moveTo>
                <a:lnTo>
                  <a:pt x="3769950" y="0"/>
                </a:lnTo>
                <a:lnTo>
                  <a:pt x="3769950" y="2245753"/>
                </a:lnTo>
                <a:lnTo>
                  <a:pt x="0" y="2245753"/>
                </a:lnTo>
                <a:close/>
              </a:path>
            </a:pathLst>
          </a:custGeom>
        </p:spPr>
      </p:pic>
      <p:pic>
        <p:nvPicPr>
          <p:cNvPr id="4" name="Graphic 3">
            <a:extLst>
              <a:ext uri="{FF2B5EF4-FFF2-40B4-BE49-F238E27FC236}">
                <a16:creationId xmlns:a16="http://schemas.microsoft.com/office/drawing/2014/main" id="{F7D965D3-2ED5-0347-F848-6C2A1D36AEB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513" b="14154"/>
          <a:stretch>
            <a:fillRect/>
          </a:stretch>
        </p:blipFill>
        <p:spPr>
          <a:xfrm>
            <a:off x="9141088" y="970666"/>
            <a:ext cx="3050912" cy="5887335"/>
          </a:xfrm>
          <a:custGeom>
            <a:avLst/>
            <a:gdLst>
              <a:gd name="connsiteX0" fmla="*/ 0 w 3050912"/>
              <a:gd name="connsiteY0" fmla="*/ 0 h 5887335"/>
              <a:gd name="connsiteX1" fmla="*/ 3050912 w 3050912"/>
              <a:gd name="connsiteY1" fmla="*/ 0 h 5887335"/>
              <a:gd name="connsiteX2" fmla="*/ 3050912 w 3050912"/>
              <a:gd name="connsiteY2" fmla="*/ 5887335 h 5887335"/>
              <a:gd name="connsiteX3" fmla="*/ 0 w 3050912"/>
              <a:gd name="connsiteY3" fmla="*/ 5887335 h 5887335"/>
            </a:gdLst>
            <a:ahLst/>
            <a:cxnLst>
              <a:cxn ang="0">
                <a:pos x="connsiteX0" y="connsiteY0"/>
              </a:cxn>
              <a:cxn ang="0">
                <a:pos x="connsiteX1" y="connsiteY1"/>
              </a:cxn>
              <a:cxn ang="0">
                <a:pos x="connsiteX2" y="connsiteY2"/>
              </a:cxn>
              <a:cxn ang="0">
                <a:pos x="connsiteX3" y="connsiteY3"/>
              </a:cxn>
            </a:cxnLst>
            <a:rect l="l" t="t" r="r" b="b"/>
            <a:pathLst>
              <a:path w="3050912" h="5887335">
                <a:moveTo>
                  <a:pt x="0" y="0"/>
                </a:moveTo>
                <a:lnTo>
                  <a:pt x="3050912" y="0"/>
                </a:lnTo>
                <a:lnTo>
                  <a:pt x="3050912" y="5887335"/>
                </a:lnTo>
                <a:lnTo>
                  <a:pt x="0" y="5887335"/>
                </a:lnTo>
                <a:close/>
              </a:path>
            </a:pathLst>
          </a:custGeom>
        </p:spPr>
      </p:pic>
      <p:sp>
        <p:nvSpPr>
          <p:cNvPr id="20" name="Title 1">
            <a:extLst>
              <a:ext uri="{FF2B5EF4-FFF2-40B4-BE49-F238E27FC236}">
                <a16:creationId xmlns:a16="http://schemas.microsoft.com/office/drawing/2014/main" id="{1CBEC63C-AA69-807D-2A93-BC45B1BDF641}"/>
              </a:ext>
            </a:extLst>
          </p:cNvPr>
          <p:cNvSpPr>
            <a:spLocks noGrp="1"/>
          </p:cNvSpPr>
          <p:nvPr>
            <p:ph type="title" hasCustomPrompt="1"/>
          </p:nvPr>
        </p:nvSpPr>
        <p:spPr>
          <a:xfrm>
            <a:off x="811184" y="621973"/>
            <a:ext cx="6275416" cy="1828800"/>
          </a:xfrm>
        </p:spPr>
        <p:txBody>
          <a:bodyPr lIns="0" tIns="0" rIns="0" bIns="0">
            <a:noAutofit/>
          </a:bodyPr>
          <a:lstStyle/>
          <a:p>
            <a:r>
              <a:rPr lang="en-US" dirty="0"/>
              <a:t>Click to add title</a:t>
            </a:r>
          </a:p>
        </p:txBody>
      </p:sp>
      <p:sp>
        <p:nvSpPr>
          <p:cNvPr id="5" name="Oval 4">
            <a:extLst>
              <a:ext uri="{FF2B5EF4-FFF2-40B4-BE49-F238E27FC236}">
                <a16:creationId xmlns:a16="http://schemas.microsoft.com/office/drawing/2014/main" id="{CFE945C7-CAAC-C9B4-0B56-EC62E53C8DB6}"/>
              </a:ext>
              <a:ext uri="{C183D7F6-B498-43B3-948B-1728B52AA6E4}">
                <adec:decorative xmlns:adec="http://schemas.microsoft.com/office/drawing/2017/decorative" val="1"/>
              </a:ext>
            </a:extLst>
          </p:cNvPr>
          <p:cNvSpPr/>
          <p:nvPr userDrawn="1"/>
        </p:nvSpPr>
        <p:spPr>
          <a:xfrm>
            <a:off x="8282467" y="5439854"/>
            <a:ext cx="1096391" cy="109639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4">
            <a:extLst>
              <a:ext uri="{FF2B5EF4-FFF2-40B4-BE49-F238E27FC236}">
                <a16:creationId xmlns:a16="http://schemas.microsoft.com/office/drawing/2014/main" id="{E58C5299-758C-70DA-D929-E0BC719E9A78}"/>
              </a:ext>
              <a:ext uri="{C183D7F6-B498-43B3-948B-1728B52AA6E4}">
                <adec:decorative xmlns:adec="http://schemas.microsoft.com/office/drawing/2017/decorative" val="1"/>
              </a:ext>
            </a:extLst>
          </p:cNvPr>
          <p:cNvSpPr/>
          <p:nvPr userDrawn="1"/>
        </p:nvSpPr>
        <p:spPr>
          <a:xfrm>
            <a:off x="9616629" y="3758740"/>
            <a:ext cx="2130921" cy="2130921"/>
          </a:xfrm>
          <a:custGeom>
            <a:avLst/>
            <a:gdLst>
              <a:gd name="connsiteX0" fmla="*/ 1346200 w 2692400"/>
              <a:gd name="connsiteY0" fmla="*/ 0 h 2692400"/>
              <a:gd name="connsiteX1" fmla="*/ 2692400 w 2692400"/>
              <a:gd name="connsiteY1" fmla="*/ 1346200 h 2692400"/>
              <a:gd name="connsiteX2" fmla="*/ 1346200 w 2692400"/>
              <a:gd name="connsiteY2" fmla="*/ 2692400 h 2692400"/>
              <a:gd name="connsiteX3" fmla="*/ 0 w 2692400"/>
              <a:gd name="connsiteY3" fmla="*/ 1346200 h 2692400"/>
              <a:gd name="connsiteX4" fmla="*/ 1346200 w 2692400"/>
              <a:gd name="connsiteY4" fmla="*/ 0 h 2692400"/>
              <a:gd name="connsiteX5" fmla="*/ 1346199 w 2692400"/>
              <a:gd name="connsiteY5" fmla="*/ 457130 h 2692400"/>
              <a:gd name="connsiteX6" fmla="*/ 457130 w 2692400"/>
              <a:gd name="connsiteY6" fmla="*/ 1346199 h 2692400"/>
              <a:gd name="connsiteX7" fmla="*/ 1346199 w 2692400"/>
              <a:gd name="connsiteY7" fmla="*/ 2235268 h 2692400"/>
              <a:gd name="connsiteX8" fmla="*/ 2235268 w 2692400"/>
              <a:gd name="connsiteY8" fmla="*/ 1346199 h 2692400"/>
              <a:gd name="connsiteX9" fmla="*/ 1346199 w 2692400"/>
              <a:gd name="connsiteY9" fmla="*/ 45713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2400" h="2692400">
                <a:moveTo>
                  <a:pt x="1346200" y="0"/>
                </a:moveTo>
                <a:cubicBezTo>
                  <a:pt x="2089686" y="0"/>
                  <a:pt x="2692400" y="602714"/>
                  <a:pt x="2692400" y="1346200"/>
                </a:cubicBezTo>
                <a:cubicBezTo>
                  <a:pt x="2692400" y="2089686"/>
                  <a:pt x="2089686" y="2692400"/>
                  <a:pt x="1346200" y="2692400"/>
                </a:cubicBezTo>
                <a:cubicBezTo>
                  <a:pt x="602714" y="2692400"/>
                  <a:pt x="0" y="2089686"/>
                  <a:pt x="0" y="1346200"/>
                </a:cubicBezTo>
                <a:cubicBezTo>
                  <a:pt x="0" y="602714"/>
                  <a:pt x="602714" y="0"/>
                  <a:pt x="1346200" y="0"/>
                </a:cubicBezTo>
                <a:close/>
                <a:moveTo>
                  <a:pt x="1346199" y="457130"/>
                </a:moveTo>
                <a:cubicBezTo>
                  <a:pt x="855180" y="457130"/>
                  <a:pt x="457130" y="855180"/>
                  <a:pt x="457130" y="1346199"/>
                </a:cubicBezTo>
                <a:cubicBezTo>
                  <a:pt x="457130" y="1837218"/>
                  <a:pt x="855180" y="2235268"/>
                  <a:pt x="1346199" y="2235268"/>
                </a:cubicBezTo>
                <a:cubicBezTo>
                  <a:pt x="1837218" y="2235268"/>
                  <a:pt x="2235268" y="1837218"/>
                  <a:pt x="2235268" y="1346199"/>
                </a:cubicBezTo>
                <a:cubicBezTo>
                  <a:pt x="2235268" y="855180"/>
                  <a:pt x="1837218" y="457130"/>
                  <a:pt x="1346199" y="457130"/>
                </a:cubicBezTo>
                <a:close/>
              </a:path>
            </a:pathLst>
          </a:custGeom>
          <a:solidFill>
            <a:srgbClr val="D5DE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Content Placeholder 5">
            <a:extLst>
              <a:ext uri="{FF2B5EF4-FFF2-40B4-BE49-F238E27FC236}">
                <a16:creationId xmlns:a16="http://schemas.microsoft.com/office/drawing/2014/main" id="{F7A4C6AC-F9E8-412E-2D6B-9FDD07ADDE72}"/>
              </a:ext>
            </a:extLst>
          </p:cNvPr>
          <p:cNvSpPr>
            <a:spLocks noGrp="1"/>
          </p:cNvSpPr>
          <p:nvPr>
            <p:ph sz="quarter" idx="18" hasCustomPrompt="1"/>
          </p:nvPr>
        </p:nvSpPr>
        <p:spPr>
          <a:xfrm>
            <a:off x="810330" y="2771566"/>
            <a:ext cx="6275387" cy="3271324"/>
          </a:xfrm>
        </p:spPr>
        <p:txBody>
          <a:bodyPr lIns="0"/>
          <a:lstStyle>
            <a:lvl1pPr marL="0" indent="0">
              <a:buNone/>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2" name="Picture Placeholder 31">
            <a:extLst>
              <a:ext uri="{FF2B5EF4-FFF2-40B4-BE49-F238E27FC236}">
                <a16:creationId xmlns:a16="http://schemas.microsoft.com/office/drawing/2014/main" id="{C0463C33-FF99-2443-BE5D-682AC8CB8B70}"/>
              </a:ext>
            </a:extLst>
          </p:cNvPr>
          <p:cNvSpPr>
            <a:spLocks noGrp="1"/>
          </p:cNvSpPr>
          <p:nvPr>
            <p:ph type="pic" sz="quarter" idx="17"/>
          </p:nvPr>
        </p:nvSpPr>
        <p:spPr>
          <a:xfrm>
            <a:off x="7709054" y="459137"/>
            <a:ext cx="4126800" cy="4126800"/>
          </a:xfrm>
          <a:custGeom>
            <a:avLst/>
            <a:gdLst>
              <a:gd name="connsiteX0" fmla="*/ 2063400 w 4126800"/>
              <a:gd name="connsiteY0" fmla="*/ 0 h 4126800"/>
              <a:gd name="connsiteX1" fmla="*/ 4126800 w 4126800"/>
              <a:gd name="connsiteY1" fmla="*/ 2063400 h 4126800"/>
              <a:gd name="connsiteX2" fmla="*/ 2063400 w 4126800"/>
              <a:gd name="connsiteY2" fmla="*/ 4126800 h 4126800"/>
              <a:gd name="connsiteX3" fmla="*/ 0 w 4126800"/>
              <a:gd name="connsiteY3" fmla="*/ 2063400 h 4126800"/>
              <a:gd name="connsiteX4" fmla="*/ 2063400 w 4126800"/>
              <a:gd name="connsiteY4" fmla="*/ 0 h 4126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26800" h="4126800">
                <a:moveTo>
                  <a:pt x="2063400" y="0"/>
                </a:moveTo>
                <a:cubicBezTo>
                  <a:pt x="3202984" y="0"/>
                  <a:pt x="4126800" y="923816"/>
                  <a:pt x="4126800" y="2063400"/>
                </a:cubicBezTo>
                <a:cubicBezTo>
                  <a:pt x="4126800" y="3202984"/>
                  <a:pt x="3202984" y="4126800"/>
                  <a:pt x="2063400" y="4126800"/>
                </a:cubicBezTo>
                <a:cubicBezTo>
                  <a:pt x="923816" y="4126800"/>
                  <a:pt x="0" y="3202984"/>
                  <a:pt x="0" y="2063400"/>
                </a:cubicBezTo>
                <a:cubicBezTo>
                  <a:pt x="0" y="923816"/>
                  <a:pt x="923816" y="0"/>
                  <a:pt x="2063400" y="0"/>
                </a:cubicBezTo>
                <a:close/>
              </a:path>
            </a:pathLst>
          </a:custGeom>
        </p:spPr>
        <p:txBody>
          <a:bodyPr wrap="square" tIns="731520">
            <a:noAutofit/>
          </a:bodyPr>
          <a:lstStyle>
            <a:lvl1pPr marL="0" indent="0" algn="ctr">
              <a:buNone/>
              <a:defRPr sz="1600"/>
            </a:lvl1pPr>
          </a:lstStyle>
          <a:p>
            <a:r>
              <a:rPr lang="en-US"/>
              <a:t>Click icon to add picture</a:t>
            </a:r>
            <a:endParaRPr lang="en-US" dirty="0"/>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71806796"/>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able">
    <p:bg>
      <p:bgPr>
        <a:solidFill>
          <a:schemeClr val="accent3"/>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D978EB2-1AE7-BB87-954B-F3DBF5080553}"/>
              </a:ext>
            </a:extLst>
          </p:cNvPr>
          <p:cNvSpPr>
            <a:spLocks noGrp="1"/>
          </p:cNvSpPr>
          <p:nvPr>
            <p:ph type="title" hasCustomPrompt="1"/>
          </p:nvPr>
        </p:nvSpPr>
        <p:spPr>
          <a:xfrm>
            <a:off x="811184" y="621973"/>
            <a:ext cx="10569634" cy="1801793"/>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1406BDC3-2B84-117A-BF71-A331C1DD6BCB}"/>
              </a:ext>
            </a:extLst>
          </p:cNvPr>
          <p:cNvSpPr>
            <a:spLocks noGrp="1"/>
          </p:cNvSpPr>
          <p:nvPr>
            <p:ph sz="quarter" idx="26" hasCustomPrompt="1"/>
          </p:nvPr>
        </p:nvSpPr>
        <p:spPr>
          <a:xfrm>
            <a:off x="811183" y="2796209"/>
            <a:ext cx="3657598" cy="3147392"/>
          </a:xfrm>
        </p:spPr>
        <p:txBody>
          <a:bodyPr lIns="0" tIns="0" rIns="0" bIns="0"/>
          <a:lstStyle>
            <a:lvl1pPr marL="285750" indent="-285750">
              <a:buFont typeface="Arial" panose="020B0604020202020204" pitchFamily="34" charset="0"/>
              <a:buChar char="•"/>
              <a:defRPr sz="1800"/>
            </a:lvl1pPr>
            <a:lvl2pPr marL="411480">
              <a:defRPr sz="1600"/>
            </a:lvl2pPr>
            <a:lvl3pPr marL="685800">
              <a:defRPr sz="1400"/>
            </a:lvl3pPr>
            <a:lvl4pPr marL="1051560">
              <a:defRPr sz="1200"/>
            </a:lvl4pPr>
            <a:lvl5pPr marL="1417320">
              <a:defRPr sz="10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able Placeholder 4">
            <a:extLst>
              <a:ext uri="{FF2B5EF4-FFF2-40B4-BE49-F238E27FC236}">
                <a16:creationId xmlns:a16="http://schemas.microsoft.com/office/drawing/2014/main" id="{4D2A92BD-8372-F61F-9551-6FA12079139B}"/>
              </a:ext>
            </a:extLst>
          </p:cNvPr>
          <p:cNvSpPr>
            <a:spLocks noGrp="1"/>
          </p:cNvSpPr>
          <p:nvPr>
            <p:ph type="tbl" sz="quarter" idx="28" hasCustomPrompt="1"/>
          </p:nvPr>
        </p:nvSpPr>
        <p:spPr>
          <a:xfrm>
            <a:off x="4902200" y="2795588"/>
            <a:ext cx="6478617" cy="3148012"/>
          </a:xfrm>
        </p:spPr>
        <p:txBody>
          <a:bodyPr/>
          <a:lstStyle>
            <a:lvl1pPr>
              <a:defRPr/>
            </a:lvl1pPr>
          </a:lstStyle>
          <a:p>
            <a:r>
              <a:rPr lang="en-US" dirty="0"/>
              <a:t>Click icon to insert table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01661836"/>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7344" userDrawn="1">
          <p15:clr>
            <a:srgbClr val="FBAE40"/>
          </p15:clr>
        </p15:guide>
        <p15:guide id="7" orient="horz" pos="1416" userDrawn="1">
          <p15:clr>
            <a:srgbClr val="FBAE40"/>
          </p15:clr>
        </p15:guide>
        <p15:guide id="9" orient="horz" pos="384" userDrawn="1">
          <p15:clr>
            <a:srgbClr val="FBAE40"/>
          </p15:clr>
        </p15:guide>
        <p15:guide id="10" orient="horz" pos="374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69EF52E1-6F3C-5D9B-32DC-A156BDDE2834}"/>
              </a:ext>
              <a:ext uri="{C183D7F6-B498-43B3-948B-1728B52AA6E4}">
                <adec:decorative xmlns:adec="http://schemas.microsoft.com/office/drawing/2017/decorative" val="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2647" b="86709"/>
          <a:stretch/>
        </p:blipFill>
        <p:spPr>
          <a:xfrm>
            <a:off x="-1" y="5946505"/>
            <a:ext cx="5304866" cy="911495"/>
          </a:xfrm>
          <a:custGeom>
            <a:avLst/>
            <a:gdLst>
              <a:gd name="connsiteX0" fmla="*/ 0 w 5304866"/>
              <a:gd name="connsiteY0" fmla="*/ 0 h 1912980"/>
              <a:gd name="connsiteX1" fmla="*/ 5304866 w 5304866"/>
              <a:gd name="connsiteY1" fmla="*/ 0 h 1912980"/>
              <a:gd name="connsiteX2" fmla="*/ 5304866 w 5304866"/>
              <a:gd name="connsiteY2" fmla="*/ 1912980 h 1912980"/>
              <a:gd name="connsiteX3" fmla="*/ 5304865 w 5304866"/>
              <a:gd name="connsiteY3" fmla="*/ 1912980 h 1912980"/>
              <a:gd name="connsiteX4" fmla="*/ 0 w 5304866"/>
              <a:gd name="connsiteY4" fmla="*/ 1912980 h 1912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4866" h="1912980">
                <a:moveTo>
                  <a:pt x="0" y="0"/>
                </a:moveTo>
                <a:lnTo>
                  <a:pt x="5304866" y="0"/>
                </a:lnTo>
                <a:lnTo>
                  <a:pt x="5304866" y="1912980"/>
                </a:lnTo>
                <a:lnTo>
                  <a:pt x="5304865" y="1912980"/>
                </a:lnTo>
                <a:lnTo>
                  <a:pt x="0" y="1912980"/>
                </a:lnTo>
                <a:close/>
              </a:path>
            </a:pathLst>
          </a:custGeom>
        </p:spPr>
      </p:pic>
      <p:sp>
        <p:nvSpPr>
          <p:cNvPr id="9" name="Freeform 8">
            <a:extLst>
              <a:ext uri="{FF2B5EF4-FFF2-40B4-BE49-F238E27FC236}">
                <a16:creationId xmlns:a16="http://schemas.microsoft.com/office/drawing/2014/main" id="{4510996E-0672-63AB-DCBF-25B251B22899}"/>
              </a:ext>
              <a:ext uri="{C183D7F6-B498-43B3-948B-1728B52AA6E4}">
                <adec:decorative xmlns:adec="http://schemas.microsoft.com/office/drawing/2017/decorative" val="1"/>
              </a:ext>
            </a:extLst>
          </p:cNvPr>
          <p:cNvSpPr/>
          <p:nvPr userDrawn="1"/>
        </p:nvSpPr>
        <p:spPr>
          <a:xfrm>
            <a:off x="10497680" y="0"/>
            <a:ext cx="1694321" cy="2692400"/>
          </a:xfrm>
          <a:custGeom>
            <a:avLst/>
            <a:gdLst>
              <a:gd name="connsiteX0" fmla="*/ 1346200 w 1694321"/>
              <a:gd name="connsiteY0" fmla="*/ 0 h 2692400"/>
              <a:gd name="connsiteX1" fmla="*/ 1617506 w 1694321"/>
              <a:gd name="connsiteY1" fmla="*/ 27350 h 2692400"/>
              <a:gd name="connsiteX2" fmla="*/ 1694321 w 1694321"/>
              <a:gd name="connsiteY2" fmla="*/ 47101 h 2692400"/>
              <a:gd name="connsiteX3" fmla="*/ 1694321 w 1694321"/>
              <a:gd name="connsiteY3" fmla="*/ 528114 h 2692400"/>
              <a:gd name="connsiteX4" fmla="*/ 1692265 w 1694321"/>
              <a:gd name="connsiteY4" fmla="*/ 526998 h 2692400"/>
              <a:gd name="connsiteX5" fmla="*/ 1346199 w 1694321"/>
              <a:gd name="connsiteY5" fmla="*/ 457130 h 2692400"/>
              <a:gd name="connsiteX6" fmla="*/ 457130 w 1694321"/>
              <a:gd name="connsiteY6" fmla="*/ 1346199 h 2692400"/>
              <a:gd name="connsiteX7" fmla="*/ 1346199 w 1694321"/>
              <a:gd name="connsiteY7" fmla="*/ 2235268 h 2692400"/>
              <a:gd name="connsiteX8" fmla="*/ 1692265 w 1694321"/>
              <a:gd name="connsiteY8" fmla="*/ 2165401 h 2692400"/>
              <a:gd name="connsiteX9" fmla="*/ 1694321 w 1694321"/>
              <a:gd name="connsiteY9" fmla="*/ 2164285 h 2692400"/>
              <a:gd name="connsiteX10" fmla="*/ 1694321 w 1694321"/>
              <a:gd name="connsiteY10" fmla="*/ 2645299 h 2692400"/>
              <a:gd name="connsiteX11" fmla="*/ 1617506 w 1694321"/>
              <a:gd name="connsiteY11" fmla="*/ 2665050 h 2692400"/>
              <a:gd name="connsiteX12" fmla="*/ 1346200 w 1694321"/>
              <a:gd name="connsiteY12" fmla="*/ 2692400 h 2692400"/>
              <a:gd name="connsiteX13" fmla="*/ 0 w 1694321"/>
              <a:gd name="connsiteY13" fmla="*/ 1346200 h 2692400"/>
              <a:gd name="connsiteX14" fmla="*/ 1346200 w 1694321"/>
              <a:gd name="connsiteY14" fmla="*/ 0 h 269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694321" h="2692400">
                <a:moveTo>
                  <a:pt x="1346200" y="0"/>
                </a:moveTo>
                <a:cubicBezTo>
                  <a:pt x="1439136" y="0"/>
                  <a:pt x="1529872" y="9417"/>
                  <a:pt x="1617506" y="27350"/>
                </a:cubicBezTo>
                <a:lnTo>
                  <a:pt x="1694321" y="47101"/>
                </a:lnTo>
                <a:lnTo>
                  <a:pt x="1694321" y="528114"/>
                </a:lnTo>
                <a:lnTo>
                  <a:pt x="1692265" y="526998"/>
                </a:lnTo>
                <a:cubicBezTo>
                  <a:pt x="1585898" y="482008"/>
                  <a:pt x="1468954" y="457130"/>
                  <a:pt x="1346199" y="457130"/>
                </a:cubicBezTo>
                <a:cubicBezTo>
                  <a:pt x="855180" y="457130"/>
                  <a:pt x="457130" y="855180"/>
                  <a:pt x="457130" y="1346199"/>
                </a:cubicBezTo>
                <a:cubicBezTo>
                  <a:pt x="457130" y="1837218"/>
                  <a:pt x="855180" y="2235268"/>
                  <a:pt x="1346199" y="2235268"/>
                </a:cubicBezTo>
                <a:cubicBezTo>
                  <a:pt x="1468954" y="2235268"/>
                  <a:pt x="1585898" y="2210390"/>
                  <a:pt x="1692265" y="2165401"/>
                </a:cubicBezTo>
                <a:lnTo>
                  <a:pt x="1694321" y="2164285"/>
                </a:lnTo>
                <a:lnTo>
                  <a:pt x="1694321" y="2645299"/>
                </a:lnTo>
                <a:lnTo>
                  <a:pt x="1617506" y="2665050"/>
                </a:lnTo>
                <a:cubicBezTo>
                  <a:pt x="1529872" y="2682983"/>
                  <a:pt x="1439136" y="2692400"/>
                  <a:pt x="1346200" y="2692400"/>
                </a:cubicBezTo>
                <a:cubicBezTo>
                  <a:pt x="602714" y="2692400"/>
                  <a:pt x="0" y="2089686"/>
                  <a:pt x="0" y="1346200"/>
                </a:cubicBezTo>
                <a:cubicBezTo>
                  <a:pt x="0" y="602714"/>
                  <a:pt x="602714" y="0"/>
                  <a:pt x="134620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itle 1">
            <a:extLst>
              <a:ext uri="{FF2B5EF4-FFF2-40B4-BE49-F238E27FC236}">
                <a16:creationId xmlns:a16="http://schemas.microsoft.com/office/drawing/2014/main" id="{D1A089D1-3F91-4EA1-F598-0EDD4632E42D}"/>
              </a:ext>
            </a:extLst>
          </p:cNvPr>
          <p:cNvSpPr>
            <a:spLocks noGrp="1"/>
          </p:cNvSpPr>
          <p:nvPr>
            <p:ph type="title" hasCustomPrompt="1"/>
          </p:nvPr>
        </p:nvSpPr>
        <p:spPr>
          <a:xfrm>
            <a:off x="811185" y="621972"/>
            <a:ext cx="6400800" cy="1828800"/>
          </a:xfrm>
        </p:spPr>
        <p:txBody>
          <a:bodyPr lIns="0" tIns="0" rIns="0" bIns="0">
            <a:noAutofit/>
          </a:bodyPr>
          <a:lstStyle/>
          <a:p>
            <a:r>
              <a:rPr lang="en-US" dirty="0"/>
              <a:t>Click to add title</a:t>
            </a:r>
          </a:p>
        </p:txBody>
      </p:sp>
      <p:sp>
        <p:nvSpPr>
          <p:cNvPr id="2" name="Content Placeholder 2">
            <a:extLst>
              <a:ext uri="{FF2B5EF4-FFF2-40B4-BE49-F238E27FC236}">
                <a16:creationId xmlns:a16="http://schemas.microsoft.com/office/drawing/2014/main" id="{5DE2B4D4-87FA-ACC4-A0FD-E98B07CE9852}"/>
              </a:ext>
            </a:extLst>
          </p:cNvPr>
          <p:cNvSpPr>
            <a:spLocks noGrp="1"/>
          </p:cNvSpPr>
          <p:nvPr>
            <p:ph sz="quarter" idx="26" hasCustomPrompt="1"/>
          </p:nvPr>
        </p:nvSpPr>
        <p:spPr>
          <a:xfrm>
            <a:off x="811185" y="3067050"/>
            <a:ext cx="6400800" cy="3048000"/>
          </a:xfrm>
        </p:spPr>
        <p:txBody>
          <a:bodyPr lIns="0" tIns="0" rIns="0" bIns="0"/>
          <a:lstStyle>
            <a:lvl1pPr marL="0" indent="0">
              <a:buNone/>
              <a:defRPr sz="1800"/>
            </a:lvl1pPr>
            <a:lvl2pPr marL="411480">
              <a:defRPr sz="1800"/>
            </a:lvl2pPr>
            <a:lvl3pPr marL="685800">
              <a:defRPr sz="1800"/>
            </a:lvl3pPr>
            <a:lvl4pPr marL="1051560">
              <a:defRPr sz="1800"/>
            </a:lvl4pPr>
            <a:lvl5pPr marL="1417320">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4A58F85D-7A7F-3D36-8C6A-6589D66D2AFD}"/>
              </a:ext>
            </a:extLst>
          </p:cNvPr>
          <p:cNvSpPr>
            <a:spLocks noGrp="1"/>
          </p:cNvSpPr>
          <p:nvPr>
            <p:ph sz="quarter" idx="27" hasCustomPrompt="1"/>
          </p:nvPr>
        </p:nvSpPr>
        <p:spPr>
          <a:xfrm>
            <a:off x="7861300" y="3067050"/>
            <a:ext cx="3519515" cy="3048000"/>
          </a:xfrm>
        </p:spPr>
        <p:txBody>
          <a:bodyPr lIns="0" tIns="0" rIns="0" bIns="0"/>
          <a:lstStyle>
            <a:lvl1pPr marL="342900" indent="-342900">
              <a:buFont typeface="+mj-lt"/>
              <a:buAutoNum type="arabicPeriod"/>
              <a:defRPr sz="1800"/>
            </a:lvl1pPr>
            <a:lvl2pPr marL="525780" indent="-342900">
              <a:buFont typeface="+mj-lt"/>
              <a:buAutoNum type="alphaLcPeriod"/>
              <a:defRPr sz="1800"/>
            </a:lvl2pPr>
            <a:lvl3pPr marL="800100" indent="-342900">
              <a:buFont typeface="+mj-lt"/>
              <a:buAutoNum type="arabicParenR"/>
              <a:defRPr sz="1800"/>
            </a:lvl3pPr>
            <a:lvl4pPr marL="1165860" indent="-342900">
              <a:buFont typeface="+mj-lt"/>
              <a:buAutoNum type="alphaLcPeriod"/>
              <a:defRPr sz="1800"/>
            </a:lvl4pPr>
            <a:lvl5pPr marL="1531620" indent="-342900">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noAutofit/>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noAutofit/>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276945332"/>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accent3"/>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8C74DBB-978B-8EA5-44E6-3AF3F58B7003}"/>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5028" b="67254"/>
          <a:stretch>
            <a:fillRect/>
          </a:stretch>
        </p:blipFill>
        <p:spPr>
          <a:xfrm>
            <a:off x="0" y="4612248"/>
            <a:ext cx="3769950" cy="2245753"/>
          </a:xfrm>
          <a:custGeom>
            <a:avLst/>
            <a:gdLst>
              <a:gd name="connsiteX0" fmla="*/ 0 w 3769950"/>
              <a:gd name="connsiteY0" fmla="*/ 0 h 2245753"/>
              <a:gd name="connsiteX1" fmla="*/ 3769950 w 3769950"/>
              <a:gd name="connsiteY1" fmla="*/ 0 h 2245753"/>
              <a:gd name="connsiteX2" fmla="*/ 3769950 w 3769950"/>
              <a:gd name="connsiteY2" fmla="*/ 2245753 h 2245753"/>
              <a:gd name="connsiteX3" fmla="*/ 0 w 3769950"/>
              <a:gd name="connsiteY3" fmla="*/ 2245753 h 2245753"/>
            </a:gdLst>
            <a:ahLst/>
            <a:cxnLst>
              <a:cxn ang="0">
                <a:pos x="connsiteX0" y="connsiteY0"/>
              </a:cxn>
              <a:cxn ang="0">
                <a:pos x="connsiteX1" y="connsiteY1"/>
              </a:cxn>
              <a:cxn ang="0">
                <a:pos x="connsiteX2" y="connsiteY2"/>
              </a:cxn>
              <a:cxn ang="0">
                <a:pos x="connsiteX3" y="connsiteY3"/>
              </a:cxn>
            </a:cxnLst>
            <a:rect l="l" t="t" r="r" b="b"/>
            <a:pathLst>
              <a:path w="3769950" h="2245753">
                <a:moveTo>
                  <a:pt x="0" y="0"/>
                </a:moveTo>
                <a:lnTo>
                  <a:pt x="3769950" y="0"/>
                </a:lnTo>
                <a:lnTo>
                  <a:pt x="3769950" y="2245753"/>
                </a:lnTo>
                <a:lnTo>
                  <a:pt x="0" y="2245753"/>
                </a:lnTo>
                <a:close/>
              </a:path>
            </a:pathLst>
          </a:custGeom>
        </p:spPr>
      </p:pic>
      <p:pic>
        <p:nvPicPr>
          <p:cNvPr id="4" name="Graphic 3">
            <a:extLst>
              <a:ext uri="{FF2B5EF4-FFF2-40B4-BE49-F238E27FC236}">
                <a16:creationId xmlns:a16="http://schemas.microsoft.com/office/drawing/2014/main" id="{F7D965D3-2ED5-0347-F848-6C2A1D36AEB9}"/>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r="55513" b="14154"/>
          <a:stretch>
            <a:fillRect/>
          </a:stretch>
        </p:blipFill>
        <p:spPr>
          <a:xfrm>
            <a:off x="9141088" y="970666"/>
            <a:ext cx="3050912" cy="5887335"/>
          </a:xfrm>
          <a:custGeom>
            <a:avLst/>
            <a:gdLst>
              <a:gd name="connsiteX0" fmla="*/ 0 w 3050912"/>
              <a:gd name="connsiteY0" fmla="*/ 0 h 5887335"/>
              <a:gd name="connsiteX1" fmla="*/ 3050912 w 3050912"/>
              <a:gd name="connsiteY1" fmla="*/ 0 h 5887335"/>
              <a:gd name="connsiteX2" fmla="*/ 3050912 w 3050912"/>
              <a:gd name="connsiteY2" fmla="*/ 5887335 h 5887335"/>
              <a:gd name="connsiteX3" fmla="*/ 0 w 3050912"/>
              <a:gd name="connsiteY3" fmla="*/ 5887335 h 5887335"/>
            </a:gdLst>
            <a:ahLst/>
            <a:cxnLst>
              <a:cxn ang="0">
                <a:pos x="connsiteX0" y="connsiteY0"/>
              </a:cxn>
              <a:cxn ang="0">
                <a:pos x="connsiteX1" y="connsiteY1"/>
              </a:cxn>
              <a:cxn ang="0">
                <a:pos x="connsiteX2" y="connsiteY2"/>
              </a:cxn>
              <a:cxn ang="0">
                <a:pos x="connsiteX3" y="connsiteY3"/>
              </a:cxn>
            </a:cxnLst>
            <a:rect l="l" t="t" r="r" b="b"/>
            <a:pathLst>
              <a:path w="3050912" h="5887335">
                <a:moveTo>
                  <a:pt x="0" y="0"/>
                </a:moveTo>
                <a:lnTo>
                  <a:pt x="3050912" y="0"/>
                </a:lnTo>
                <a:lnTo>
                  <a:pt x="3050912" y="5887335"/>
                </a:lnTo>
                <a:lnTo>
                  <a:pt x="0" y="5887335"/>
                </a:lnTo>
                <a:close/>
              </a:path>
            </a:pathLst>
          </a:custGeom>
        </p:spPr>
      </p:pic>
      <p:sp>
        <p:nvSpPr>
          <p:cNvPr id="20" name="Title 1">
            <a:extLst>
              <a:ext uri="{FF2B5EF4-FFF2-40B4-BE49-F238E27FC236}">
                <a16:creationId xmlns:a16="http://schemas.microsoft.com/office/drawing/2014/main" id="{1CBEC63C-AA69-807D-2A93-BC45B1BDF641}"/>
              </a:ext>
            </a:extLst>
          </p:cNvPr>
          <p:cNvSpPr>
            <a:spLocks noGrp="1"/>
          </p:cNvSpPr>
          <p:nvPr>
            <p:ph type="title"/>
          </p:nvPr>
        </p:nvSpPr>
        <p:spPr>
          <a:xfrm>
            <a:off x="811184" y="621973"/>
            <a:ext cx="7309086" cy="1828800"/>
          </a:xfrm>
        </p:spPr>
        <p:txBody>
          <a:bodyPr lIns="0" tIns="0" rIns="0" bIns="0">
            <a:noAutofit/>
          </a:bodyPr>
          <a:lstStyle/>
          <a:p>
            <a:r>
              <a:rPr lang="en-US"/>
              <a:t>Click to edit Master title style</a:t>
            </a:r>
            <a:endParaRPr lang="en-US" dirty="0"/>
          </a:p>
        </p:txBody>
      </p:sp>
      <p:sp>
        <p:nvSpPr>
          <p:cNvPr id="5" name="Table Placeholder 4">
            <a:extLst>
              <a:ext uri="{FF2B5EF4-FFF2-40B4-BE49-F238E27FC236}">
                <a16:creationId xmlns:a16="http://schemas.microsoft.com/office/drawing/2014/main" id="{3E0C7AAD-1535-12DC-133E-2253BF501721}"/>
              </a:ext>
            </a:extLst>
          </p:cNvPr>
          <p:cNvSpPr>
            <a:spLocks noGrp="1"/>
          </p:cNvSpPr>
          <p:nvPr>
            <p:ph type="tbl" sz="quarter" idx="12" hasCustomPrompt="1"/>
          </p:nvPr>
        </p:nvSpPr>
        <p:spPr>
          <a:xfrm>
            <a:off x="811183" y="2757488"/>
            <a:ext cx="10548967" cy="3399964"/>
          </a:xfrm>
        </p:spPr>
        <p:txBody>
          <a:bodyPr/>
          <a:lstStyle/>
          <a:p>
            <a:r>
              <a:rPr lang="en-US" dirty="0"/>
              <a:t>Click icon to insert table</a:t>
            </a:r>
          </a:p>
        </p:txBody>
      </p:sp>
      <p:sp>
        <p:nvSpPr>
          <p:cNvPr id="7" name="Footer Placeholder 6">
            <a:extLst>
              <a:ext uri="{FF2B5EF4-FFF2-40B4-BE49-F238E27FC236}">
                <a16:creationId xmlns:a16="http://schemas.microsoft.com/office/drawing/2014/main" id="{C36FD22D-E552-7707-178A-C415B32A8553}"/>
              </a:ext>
            </a:extLst>
          </p:cNvPr>
          <p:cNvSpPr>
            <a:spLocks noGrp="1"/>
          </p:cNvSpPr>
          <p:nvPr>
            <p:ph type="ftr" sz="quarter" idx="10"/>
          </p:nvPr>
        </p:nvSpPr>
        <p:spPr/>
        <p:txBody>
          <a:bodyPr/>
          <a:lstStyle/>
          <a:p>
            <a:r>
              <a:rPr lang="en-US" dirty="0"/>
              <a:t>PRESENTATION TITLE</a:t>
            </a:r>
          </a:p>
        </p:txBody>
      </p:sp>
      <p:sp>
        <p:nvSpPr>
          <p:cNvPr id="8" name="Slide Number Placeholder 7">
            <a:extLst>
              <a:ext uri="{FF2B5EF4-FFF2-40B4-BE49-F238E27FC236}">
                <a16:creationId xmlns:a16="http://schemas.microsoft.com/office/drawing/2014/main" id="{DCF2C4E6-14A3-F03B-CAE2-C92DC19E79C7}"/>
              </a:ext>
            </a:extLst>
          </p:cNvPr>
          <p:cNvSpPr>
            <a:spLocks noGrp="1"/>
          </p:cNvSpPr>
          <p:nvPr>
            <p:ph type="sldNum" sz="quarter" idx="11"/>
          </p:nvPr>
        </p:nvSpPr>
        <p:spPr/>
        <p:txBody>
          <a:body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36974932"/>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008" userDrawn="1">
          <p15:clr>
            <a:srgbClr val="FBAE40"/>
          </p15:clr>
        </p15:guide>
        <p15:guide id="3" orient="horz" pos="1560" userDrawn="1">
          <p15:clr>
            <a:srgbClr val="FBAE40"/>
          </p15:clr>
        </p15:guide>
        <p15:guide id="4" pos="312" userDrawn="1">
          <p15:clr>
            <a:srgbClr val="FBAE40"/>
          </p15:clr>
        </p15:guide>
        <p15:guide id="5" pos="816" userDrawn="1">
          <p15:clr>
            <a:srgbClr val="FBAE40"/>
          </p15:clr>
        </p15:guide>
        <p15:guide id="6" pos="633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accent3"/>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48AC6985-AA41-BCAE-CEDF-E736D973B5FF}"/>
              </a:ext>
            </a:extLst>
          </p:cNvPr>
          <p:cNvSpPr>
            <a:spLocks noGrp="1"/>
          </p:cNvSpPr>
          <p:nvPr>
            <p:ph type="ctrTitle"/>
          </p:nvPr>
        </p:nvSpPr>
        <p:spPr>
          <a:xfrm>
            <a:off x="811184" y="612647"/>
            <a:ext cx="10002589" cy="3657600"/>
          </a:xfrm>
        </p:spPr>
        <p:txBody>
          <a:bodyPr lIns="0" tIns="0" rIns="0" bIns="0" anchor="b">
            <a:noAutofit/>
          </a:bodyPr>
          <a:lstStyle>
            <a:lvl1pPr marL="0" algn="l">
              <a:lnSpc>
                <a:spcPct val="90000"/>
              </a:lnSpc>
              <a:spcBef>
                <a:spcPts val="0"/>
              </a:spcBef>
              <a:spcAft>
                <a:spcPts val="0"/>
              </a:spcAft>
              <a:defRPr sz="7000"/>
            </a:lvl1pPr>
          </a:lstStyle>
          <a:p>
            <a:r>
              <a:rPr lang="en-US"/>
              <a:t>Click to edit Master title style</a:t>
            </a:r>
            <a:endParaRPr lang="en-US" dirty="0"/>
          </a:p>
        </p:txBody>
      </p:sp>
      <p:sp>
        <p:nvSpPr>
          <p:cNvPr id="19" name="Subtitle 2">
            <a:extLst>
              <a:ext uri="{FF2B5EF4-FFF2-40B4-BE49-F238E27FC236}">
                <a16:creationId xmlns:a16="http://schemas.microsoft.com/office/drawing/2014/main" id="{A7B85660-94E4-85D1-95CA-415513A0355F}"/>
              </a:ext>
            </a:extLst>
          </p:cNvPr>
          <p:cNvSpPr>
            <a:spLocks noGrp="1"/>
          </p:cNvSpPr>
          <p:nvPr>
            <p:ph type="subTitle" idx="1" hasCustomPrompt="1"/>
          </p:nvPr>
        </p:nvSpPr>
        <p:spPr>
          <a:xfrm>
            <a:off x="811185" y="4724033"/>
            <a:ext cx="7000972" cy="1709423"/>
          </a:xfrm>
        </p:spPr>
        <p:txBody>
          <a:bodyPr lIns="0" tIns="0" rIns="0" bIns="0">
            <a:noAutofit/>
          </a:bodyPr>
          <a:lstStyle>
            <a:lvl1pPr marL="0" indent="0" algn="l">
              <a:buNone/>
              <a:defRPr sz="2400" b="1" i="0">
                <a:solidFill>
                  <a:schemeClr val="accent4"/>
                </a:solidFill>
                <a:latin typeface="+mj-lt"/>
                <a:cs typeface="Arial Black"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grpSp>
        <p:nvGrpSpPr>
          <p:cNvPr id="2" name="Group 1">
            <a:extLst>
              <a:ext uri="{FF2B5EF4-FFF2-40B4-BE49-F238E27FC236}">
                <a16:creationId xmlns:a16="http://schemas.microsoft.com/office/drawing/2014/main" id="{1DCAF5C0-1B51-02B5-924D-230575353A0B}"/>
              </a:ext>
              <a:ext uri="{C183D7F6-B498-43B3-948B-1728B52AA6E4}">
                <adec:decorative xmlns:adec="http://schemas.microsoft.com/office/drawing/2017/decorative" val="1"/>
              </a:ext>
            </a:extLst>
          </p:cNvPr>
          <p:cNvGrpSpPr/>
          <p:nvPr userDrawn="1"/>
        </p:nvGrpSpPr>
        <p:grpSpPr>
          <a:xfrm rot="10800000">
            <a:off x="9829617" y="4724034"/>
            <a:ext cx="2133966" cy="2133966"/>
            <a:chOff x="9654699" y="2229295"/>
            <a:chExt cx="2133966" cy="2133966"/>
          </a:xfrm>
        </p:grpSpPr>
        <p:sp>
          <p:nvSpPr>
            <p:cNvPr id="3" name="Freeform 11">
              <a:extLst>
                <a:ext uri="{FF2B5EF4-FFF2-40B4-BE49-F238E27FC236}">
                  <a16:creationId xmlns:a16="http://schemas.microsoft.com/office/drawing/2014/main" id="{41AAE8D5-8E6A-7CBE-9018-DD8F3493D049}"/>
                </a:ext>
              </a:extLst>
            </p:cNvPr>
            <p:cNvSpPr/>
            <p:nvPr/>
          </p:nvSpPr>
          <p:spPr>
            <a:xfrm>
              <a:off x="9655348" y="3309113"/>
              <a:ext cx="2132669" cy="1054148"/>
            </a:xfrm>
            <a:custGeom>
              <a:avLst/>
              <a:gdLst>
                <a:gd name="connsiteX0" fmla="*/ 1345382 w 2690764"/>
                <a:gd name="connsiteY0" fmla="*/ 0 h 1330006"/>
                <a:gd name="connsiteX1" fmla="*/ 2684632 w 2690764"/>
                <a:gd name="connsiteY1" fmla="*/ 1208559 h 1330006"/>
                <a:gd name="connsiteX2" fmla="*/ 2690764 w 2690764"/>
                <a:gd name="connsiteY2" fmla="*/ 1330006 h 1330006"/>
                <a:gd name="connsiteX3" fmla="*/ 0 w 2690764"/>
                <a:gd name="connsiteY3" fmla="*/ 1330006 h 1330006"/>
                <a:gd name="connsiteX4" fmla="*/ 6132 w 2690764"/>
                <a:gd name="connsiteY4" fmla="*/ 1208559 h 1330006"/>
                <a:gd name="connsiteX5" fmla="*/ 1345382 w 2690764"/>
                <a:gd name="connsiteY5" fmla="*/ 0 h 133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0764" h="1330006">
                  <a:moveTo>
                    <a:pt x="1345382" y="0"/>
                  </a:moveTo>
                  <a:cubicBezTo>
                    <a:pt x="2042400" y="0"/>
                    <a:pt x="2615693" y="529729"/>
                    <a:pt x="2684632" y="1208559"/>
                  </a:cubicBezTo>
                  <a:lnTo>
                    <a:pt x="2690764" y="1330006"/>
                  </a:lnTo>
                  <a:lnTo>
                    <a:pt x="0" y="1330006"/>
                  </a:lnTo>
                  <a:lnTo>
                    <a:pt x="6132" y="1208559"/>
                  </a:lnTo>
                  <a:cubicBezTo>
                    <a:pt x="75071" y="529729"/>
                    <a:pt x="648364" y="0"/>
                    <a:pt x="13453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12">
              <a:extLst>
                <a:ext uri="{FF2B5EF4-FFF2-40B4-BE49-F238E27FC236}">
                  <a16:creationId xmlns:a16="http://schemas.microsoft.com/office/drawing/2014/main" id="{C694532E-B147-38A2-55EE-24483385016A}"/>
                </a:ext>
              </a:extLst>
            </p:cNvPr>
            <p:cNvSpPr/>
            <p:nvPr/>
          </p:nvSpPr>
          <p:spPr>
            <a:xfrm>
              <a:off x="9654699" y="2229295"/>
              <a:ext cx="2133966" cy="1079818"/>
            </a:xfrm>
            <a:custGeom>
              <a:avLst/>
              <a:gdLst>
                <a:gd name="connsiteX0" fmla="*/ 818 w 2692400"/>
                <a:gd name="connsiteY0" fmla="*/ 0 h 1362394"/>
                <a:gd name="connsiteX1" fmla="*/ 2691582 w 2692400"/>
                <a:gd name="connsiteY1" fmla="*/ 0 h 1362394"/>
                <a:gd name="connsiteX2" fmla="*/ 2692400 w 2692400"/>
                <a:gd name="connsiteY2" fmla="*/ 16194 h 1362394"/>
                <a:gd name="connsiteX3" fmla="*/ 1346200 w 2692400"/>
                <a:gd name="connsiteY3" fmla="*/ 1362394 h 1362394"/>
                <a:gd name="connsiteX4" fmla="*/ 0 w 2692400"/>
                <a:gd name="connsiteY4" fmla="*/ 16194 h 1362394"/>
                <a:gd name="connsiteX5" fmla="*/ 818 w 2692400"/>
                <a:gd name="connsiteY5" fmla="*/ 0 h 136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2400" h="1362394">
                  <a:moveTo>
                    <a:pt x="818" y="0"/>
                  </a:moveTo>
                  <a:lnTo>
                    <a:pt x="2691582" y="0"/>
                  </a:lnTo>
                  <a:lnTo>
                    <a:pt x="2692400" y="16194"/>
                  </a:lnTo>
                  <a:cubicBezTo>
                    <a:pt x="2692400" y="759680"/>
                    <a:pt x="2089686" y="1362394"/>
                    <a:pt x="1346200" y="1362394"/>
                  </a:cubicBezTo>
                  <a:cubicBezTo>
                    <a:pt x="602714" y="1362394"/>
                    <a:pt x="0" y="759680"/>
                    <a:pt x="0" y="16194"/>
                  </a:cubicBezTo>
                  <a:lnTo>
                    <a:pt x="81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pic>
        <p:nvPicPr>
          <p:cNvPr id="5" name="Graphic 4">
            <a:extLst>
              <a:ext uri="{FF2B5EF4-FFF2-40B4-BE49-F238E27FC236}">
                <a16:creationId xmlns:a16="http://schemas.microsoft.com/office/drawing/2014/main" id="{114B3BE5-2D39-542C-00BB-A940C568E438}"/>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t="52884" r="34757"/>
          <a:stretch>
            <a:fillRect/>
          </a:stretch>
        </p:blipFill>
        <p:spPr>
          <a:xfrm>
            <a:off x="7717670" y="0"/>
            <a:ext cx="4474331" cy="3231221"/>
          </a:xfrm>
          <a:custGeom>
            <a:avLst/>
            <a:gdLst>
              <a:gd name="connsiteX0" fmla="*/ 0 w 4474331"/>
              <a:gd name="connsiteY0" fmla="*/ 0 h 3231221"/>
              <a:gd name="connsiteX1" fmla="*/ 4474331 w 4474331"/>
              <a:gd name="connsiteY1" fmla="*/ 0 h 3231221"/>
              <a:gd name="connsiteX2" fmla="*/ 4474331 w 4474331"/>
              <a:gd name="connsiteY2" fmla="*/ 3231221 h 3231221"/>
              <a:gd name="connsiteX3" fmla="*/ 0 w 4474331"/>
              <a:gd name="connsiteY3" fmla="*/ 3231221 h 3231221"/>
            </a:gdLst>
            <a:ahLst/>
            <a:cxnLst>
              <a:cxn ang="0">
                <a:pos x="connsiteX0" y="connsiteY0"/>
              </a:cxn>
              <a:cxn ang="0">
                <a:pos x="connsiteX1" y="connsiteY1"/>
              </a:cxn>
              <a:cxn ang="0">
                <a:pos x="connsiteX2" y="connsiteY2"/>
              </a:cxn>
              <a:cxn ang="0">
                <a:pos x="connsiteX3" y="connsiteY3"/>
              </a:cxn>
            </a:cxnLst>
            <a:rect l="l" t="t" r="r" b="b"/>
            <a:pathLst>
              <a:path w="4474331" h="3231221">
                <a:moveTo>
                  <a:pt x="0" y="0"/>
                </a:moveTo>
                <a:lnTo>
                  <a:pt x="4474331" y="0"/>
                </a:lnTo>
                <a:lnTo>
                  <a:pt x="4474331" y="3231221"/>
                </a:lnTo>
                <a:lnTo>
                  <a:pt x="0" y="3231221"/>
                </a:lnTo>
                <a:close/>
              </a:path>
            </a:pathLst>
          </a:custGeom>
        </p:spPr>
      </p:pic>
    </p:spTree>
    <p:extLst>
      <p:ext uri="{BB962C8B-B14F-4D97-AF65-F5344CB8AC3E}">
        <p14:creationId xmlns:p14="http://schemas.microsoft.com/office/powerpoint/2010/main" val="2988813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11185" y="621973"/>
            <a:ext cx="10569630" cy="1068715"/>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11185" y="1825625"/>
            <a:ext cx="1056963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811185" y="6356350"/>
            <a:ext cx="4411509" cy="365125"/>
          </a:xfrm>
          <a:prstGeom prst="rect">
            <a:avLst/>
          </a:prstGeom>
        </p:spPr>
        <p:txBody>
          <a:bodyPr vert="horz" lIns="0" tIns="0" rIns="0" bIns="0" rtlCol="0" anchor="ctr">
            <a:noAutofit/>
          </a:bodyPr>
          <a:lstStyle>
            <a:lvl1pPr algn="l">
              <a:defRPr sz="1200" b="0" i="0" spc="50" baseline="0">
                <a:solidFill>
                  <a:schemeClr val="bg1"/>
                </a:solidFill>
                <a:latin typeface="+mn-lt"/>
                <a:cs typeface="Arial" panose="020B06040202020202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37615" y="6356350"/>
            <a:ext cx="2743200" cy="365125"/>
          </a:xfrm>
          <a:prstGeom prst="rect">
            <a:avLst/>
          </a:prstGeom>
        </p:spPr>
        <p:txBody>
          <a:bodyPr vert="horz" lIns="0" tIns="0" rIns="0" bIns="0" rtlCol="0" anchor="ctr">
            <a:noAutofit/>
          </a:bodyPr>
          <a:lstStyle>
            <a:lvl1pPr algn="r">
              <a:defRPr sz="1200" b="1" i="0" spc="50" baseline="0">
                <a:solidFill>
                  <a:schemeClr val="bg1"/>
                </a:solidFill>
                <a:latin typeface="+mn-lt"/>
                <a:cs typeface="Arial Black" panose="020B0604020202020204" pitchFamily="34" charset="0"/>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5" r:id="rId3"/>
    <p:sldLayoutId id="2147483683" r:id="rId4"/>
    <p:sldLayoutId id="2147483684" r:id="rId5"/>
    <p:sldLayoutId id="2147483685" r:id="rId6"/>
    <p:sldLayoutId id="2147483671" r:id="rId7"/>
    <p:sldLayoutId id="2147483679" r:id="rId8"/>
    <p:sldLayoutId id="2147483676" r:id="rId9"/>
    <p:sldLayoutId id="2147483669" r:id="rId10"/>
    <p:sldLayoutId id="2147483673" r:id="rId11"/>
    <p:sldLayoutId id="2147483682" r:id="rId12"/>
    <p:sldLayoutId id="2147483656" r:id="rId13"/>
  </p:sldLayoutIdLst>
  <p:hf sldNum="0" hdr="0" ftr="0" dt="0"/>
  <p:txStyles>
    <p:titleStyle>
      <a:lvl1pPr algn="l" defTabSz="914400" rtl="0" eaLnBrk="1" latinLnBrk="0" hangingPunct="1">
        <a:lnSpc>
          <a:spcPct val="90000"/>
        </a:lnSpc>
        <a:spcBef>
          <a:spcPct val="0"/>
        </a:spcBef>
        <a:buNone/>
        <a:defRPr sz="4000" b="1" i="0" kern="1200" spc="100" baseline="0">
          <a:solidFill>
            <a:schemeClr val="bg1"/>
          </a:solidFill>
          <a:latin typeface="+mj-lt"/>
          <a:ea typeface="+mj-ea"/>
          <a:cs typeface="Arial Black"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315D2-7F57-AF2A-38D7-558098789073}"/>
              </a:ext>
            </a:extLst>
          </p:cNvPr>
          <p:cNvSpPr>
            <a:spLocks noGrp="1"/>
          </p:cNvSpPr>
          <p:nvPr>
            <p:ph type="ctrTitle"/>
          </p:nvPr>
        </p:nvSpPr>
        <p:spPr>
          <a:xfrm>
            <a:off x="811185" y="629469"/>
            <a:ext cx="8961120" cy="2452059"/>
          </a:xfrm>
        </p:spPr>
        <p:txBody>
          <a:bodyPr/>
          <a:lstStyle/>
          <a:p>
            <a:r>
              <a:rPr lang="en-US" dirty="0"/>
              <a:t>Structural Design Patterns II</a:t>
            </a:r>
          </a:p>
        </p:txBody>
      </p:sp>
      <p:sp>
        <p:nvSpPr>
          <p:cNvPr id="3" name="Title 1">
            <a:extLst>
              <a:ext uri="{FF2B5EF4-FFF2-40B4-BE49-F238E27FC236}">
                <a16:creationId xmlns:a16="http://schemas.microsoft.com/office/drawing/2014/main" id="{2413FBF6-610B-39AC-5B4D-57B8D318C7B4}"/>
              </a:ext>
            </a:extLst>
          </p:cNvPr>
          <p:cNvSpPr txBox="1">
            <a:spLocks/>
          </p:cNvSpPr>
          <p:nvPr/>
        </p:nvSpPr>
        <p:spPr>
          <a:xfrm>
            <a:off x="716697" y="3429000"/>
            <a:ext cx="8961120" cy="2452059"/>
          </a:xfrm>
          <a:prstGeom prst="rect">
            <a:avLst/>
          </a:prstGeom>
        </p:spPr>
        <p:txBody>
          <a:bodyPr vert="horz" lIns="0" tIns="0" rIns="0" bIns="0" rtlCol="0" anchor="ctr">
            <a:noAutofit/>
          </a:bodyPr>
          <a:lstStyle>
            <a:lvl1pPr marL="0" algn="l" defTabSz="914400" rtl="0" eaLnBrk="1" latinLnBrk="0" hangingPunct="1">
              <a:lnSpc>
                <a:spcPct val="80000"/>
              </a:lnSpc>
              <a:spcBef>
                <a:spcPts val="0"/>
              </a:spcBef>
              <a:spcAft>
                <a:spcPts val="0"/>
              </a:spcAft>
              <a:buNone/>
              <a:defRPr sz="7000" b="1" i="0" kern="1200" spc="100" baseline="0">
                <a:solidFill>
                  <a:schemeClr val="bg1"/>
                </a:solidFill>
                <a:latin typeface="+mj-lt"/>
                <a:ea typeface="+mj-ea"/>
                <a:cs typeface="Arial Black" panose="020B0604020202020204" pitchFamily="34" charset="0"/>
              </a:defRPr>
            </a:lvl1pPr>
          </a:lstStyle>
          <a:p>
            <a:r>
              <a:rPr lang="en-US" sz="3200" i="1" dirty="0">
                <a:latin typeface="Calibri" pitchFamily="34" charset="0"/>
                <a:ea typeface="Calibri" pitchFamily="34" charset="-122"/>
                <a:cs typeface="Calibri" pitchFamily="34" charset="-120"/>
              </a:rPr>
              <a:t>Seminar 4  – Organizing classes &amp; objects into flexible structures</a:t>
            </a:r>
            <a:endParaRPr lang="en-US" sz="3200" dirty="0"/>
          </a:p>
        </p:txBody>
      </p:sp>
    </p:spTree>
    <p:extLst>
      <p:ext uri="{BB962C8B-B14F-4D97-AF65-F5344CB8AC3E}">
        <p14:creationId xmlns:p14="http://schemas.microsoft.com/office/powerpoint/2010/main" val="3421401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2ABBA-2E6D-E7DD-AC67-58D1FCB3F346}"/>
              </a:ext>
            </a:extLst>
          </p:cNvPr>
          <p:cNvSpPr>
            <a:spLocks noGrp="1"/>
          </p:cNvSpPr>
          <p:nvPr>
            <p:ph type="title"/>
          </p:nvPr>
        </p:nvSpPr>
        <p:spPr>
          <a:xfrm>
            <a:off x="811185" y="621973"/>
            <a:ext cx="6400800" cy="1051379"/>
          </a:xfrm>
        </p:spPr>
        <p:txBody>
          <a:bodyPr/>
          <a:lstStyle/>
          <a:p>
            <a:r>
              <a:rPr lang="en-US" dirty="0"/>
              <a:t>What I will learn</a:t>
            </a:r>
          </a:p>
        </p:txBody>
      </p:sp>
      <p:sp>
        <p:nvSpPr>
          <p:cNvPr id="5" name="Text Placeholder 4">
            <a:extLst>
              <a:ext uri="{FF2B5EF4-FFF2-40B4-BE49-F238E27FC236}">
                <a16:creationId xmlns:a16="http://schemas.microsoft.com/office/drawing/2014/main" id="{59401105-5841-28D0-D6C0-3E1A46648BFE}"/>
              </a:ext>
            </a:extLst>
          </p:cNvPr>
          <p:cNvSpPr>
            <a:spLocks noGrp="1"/>
          </p:cNvSpPr>
          <p:nvPr>
            <p:ph sz="quarter" idx="14"/>
          </p:nvPr>
        </p:nvSpPr>
        <p:spPr>
          <a:xfrm>
            <a:off x="811185" y="2774786"/>
            <a:ext cx="3184743" cy="3257550"/>
          </a:xfrm>
        </p:spPr>
        <p:txBody>
          <a:bodyPr/>
          <a:lstStyle/>
          <a:p>
            <a:pPr marL="342900" indent="-342900">
              <a:buFont typeface="Arial" panose="020B0604020202020204" pitchFamily="34" charset="0"/>
              <a:buChar char="•"/>
            </a:pPr>
            <a:r>
              <a:rPr lang="en-US" dirty="0"/>
              <a:t>Adapter</a:t>
            </a:r>
          </a:p>
          <a:p>
            <a:pPr marL="342900" indent="-342900">
              <a:buFont typeface="Arial" panose="020B0604020202020204" pitchFamily="34" charset="0"/>
              <a:buChar char="•"/>
            </a:pPr>
            <a:r>
              <a:rPr lang="en-US" dirty="0"/>
              <a:t>Bridge</a:t>
            </a:r>
          </a:p>
          <a:p>
            <a:pPr marL="342900" indent="-342900">
              <a:buFont typeface="Arial" panose="020B0604020202020204" pitchFamily="34" charset="0"/>
              <a:buChar char="•"/>
            </a:pPr>
            <a:r>
              <a:rPr lang="en-US" dirty="0"/>
              <a:t>Composite</a:t>
            </a:r>
          </a:p>
          <a:p>
            <a:pPr marL="342900" indent="-342900">
              <a:buFont typeface="Arial" panose="020B0604020202020204" pitchFamily="34" charset="0"/>
              <a:buChar char="•"/>
            </a:pPr>
            <a:r>
              <a:rPr lang="en-US" dirty="0"/>
              <a:t>Decorator</a:t>
            </a:r>
          </a:p>
          <a:p>
            <a:pPr marL="342900" indent="-342900">
              <a:buFont typeface="Arial" panose="020B0604020202020204" pitchFamily="34" charset="0"/>
              <a:buChar char="•"/>
            </a:pPr>
            <a:r>
              <a:rPr lang="en-US" dirty="0"/>
              <a:t>Facade</a:t>
            </a:r>
          </a:p>
          <a:p>
            <a:pPr marL="342900" indent="-342900">
              <a:buFont typeface="Arial" panose="020B0604020202020204" pitchFamily="34" charset="0"/>
              <a:buChar char="•"/>
            </a:pPr>
            <a:r>
              <a:rPr lang="en-US" dirty="0"/>
              <a:t>Proxy</a:t>
            </a:r>
          </a:p>
          <a:p>
            <a:pPr marL="342900" indent="-342900">
              <a:buFont typeface="Arial" panose="020B0604020202020204" pitchFamily="34" charset="0"/>
              <a:buChar char="•"/>
            </a:pPr>
            <a:r>
              <a:rPr lang="en-US" dirty="0"/>
              <a:t>Flyweight</a:t>
            </a:r>
          </a:p>
          <a:p>
            <a:endParaRPr lang="en-US" dirty="0"/>
          </a:p>
        </p:txBody>
      </p:sp>
      <p:sp>
        <p:nvSpPr>
          <p:cNvPr id="3" name="Text Placeholder 4">
            <a:extLst>
              <a:ext uri="{FF2B5EF4-FFF2-40B4-BE49-F238E27FC236}">
                <a16:creationId xmlns:a16="http://schemas.microsoft.com/office/drawing/2014/main" id="{49AC926B-5EC0-3785-4E8E-65EFFC4192AF}"/>
              </a:ext>
            </a:extLst>
          </p:cNvPr>
          <p:cNvSpPr txBox="1">
            <a:spLocks/>
          </p:cNvSpPr>
          <p:nvPr/>
        </p:nvSpPr>
        <p:spPr>
          <a:xfrm>
            <a:off x="4310289" y="2774786"/>
            <a:ext cx="3184743" cy="3257550"/>
          </a:xfrm>
          <a:prstGeom prst="rect">
            <a:avLst/>
          </a:prstGeom>
        </p:spPr>
        <p:txBody>
          <a:bodyPr vert="horz" lIns="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Also:</a:t>
            </a:r>
          </a:p>
          <a:p>
            <a:r>
              <a:rPr lang="en-US" dirty="0"/>
              <a:t>Real-world case study (network security)</a:t>
            </a:r>
          </a:p>
          <a:p>
            <a:r>
              <a:rPr lang="en-US" dirty="0"/>
              <a:t>Practical exercise: Decorator in Python</a:t>
            </a:r>
          </a:p>
        </p:txBody>
      </p:sp>
    </p:spTree>
    <p:extLst>
      <p:ext uri="{BB962C8B-B14F-4D97-AF65-F5344CB8AC3E}">
        <p14:creationId xmlns:p14="http://schemas.microsoft.com/office/powerpoint/2010/main" val="4294866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28E5B-47A0-EF94-A53D-6FDB74C9D848}"/>
              </a:ext>
            </a:extLst>
          </p:cNvPr>
          <p:cNvSpPr>
            <a:spLocks noGrp="1"/>
          </p:cNvSpPr>
          <p:nvPr>
            <p:ph type="title"/>
          </p:nvPr>
        </p:nvSpPr>
        <p:spPr>
          <a:xfrm>
            <a:off x="3761232" y="640260"/>
            <a:ext cx="8430768" cy="1298088"/>
          </a:xfrm>
        </p:spPr>
        <p:txBody>
          <a:bodyPr/>
          <a:lstStyle/>
          <a:p>
            <a:r>
              <a:rPr lang="en-US" dirty="0"/>
              <a:t>Task 1 – Purpose &amp; Use Cases</a:t>
            </a:r>
          </a:p>
        </p:txBody>
      </p:sp>
      <p:sp>
        <p:nvSpPr>
          <p:cNvPr id="6" name="Text 2">
            <a:extLst>
              <a:ext uri="{FF2B5EF4-FFF2-40B4-BE49-F238E27FC236}">
                <a16:creationId xmlns:a16="http://schemas.microsoft.com/office/drawing/2014/main" id="{021CDDEC-F041-6F23-8328-1954508DFDA0}"/>
              </a:ext>
            </a:extLst>
          </p:cNvPr>
          <p:cNvSpPr/>
          <p:nvPr/>
        </p:nvSpPr>
        <p:spPr>
          <a:xfrm>
            <a:off x="722376" y="2496132"/>
            <a:ext cx="10972800" cy="502920"/>
          </a:xfrm>
          <a:prstGeom prst="rect">
            <a:avLst/>
          </a:prstGeom>
          <a:noFill/>
          <a:ln/>
        </p:spPr>
        <p:txBody>
          <a:bodyPr wrap="square" rtlCol="0" anchor="ctr"/>
          <a:lstStyle/>
          <a:p>
            <a:pPr marL="0" indent="0">
              <a:buNone/>
            </a:pPr>
            <a:r>
              <a:rPr lang="en-US" sz="2000" b="1" spc="100" dirty="0">
                <a:solidFill>
                  <a:schemeClr val="bg1"/>
                </a:solidFill>
                <a:latin typeface="+mj-lt"/>
                <a:ea typeface="+mj-ea"/>
              </a:rPr>
              <a:t>Adapter</a:t>
            </a:r>
            <a:r>
              <a:rPr lang="en-US" b="1" spc="100" dirty="0">
                <a:solidFill>
                  <a:schemeClr val="bg1"/>
                </a:solidFill>
                <a:latin typeface="+mj-lt"/>
                <a:ea typeface="+mj-ea"/>
              </a:rPr>
              <a:t> – </a:t>
            </a:r>
            <a:r>
              <a:rPr lang="en-US" spc="100" dirty="0">
                <a:solidFill>
                  <a:schemeClr val="bg1"/>
                </a:solidFill>
                <a:ea typeface="+mj-ea"/>
              </a:rPr>
              <a:t>Converts one interface into another (makes incompatible classes work together</a:t>
            </a:r>
            <a:r>
              <a:rPr lang="en-US" sz="1300" dirty="0">
                <a:solidFill>
                  <a:srgbClr val="444444"/>
                </a:solidFill>
                <a:ea typeface="Calibri" pitchFamily="34" charset="-122"/>
                <a:cs typeface="Calibri" pitchFamily="34" charset="-120"/>
              </a:rPr>
              <a:t>)</a:t>
            </a:r>
            <a:endParaRPr lang="en-US" sz="1300" dirty="0"/>
          </a:p>
        </p:txBody>
      </p:sp>
      <p:sp>
        <p:nvSpPr>
          <p:cNvPr id="7" name="Text 3">
            <a:extLst>
              <a:ext uri="{FF2B5EF4-FFF2-40B4-BE49-F238E27FC236}">
                <a16:creationId xmlns:a16="http://schemas.microsoft.com/office/drawing/2014/main" id="{C28198CD-4171-BA21-0A7F-A075E0183CDF}"/>
              </a:ext>
            </a:extLst>
          </p:cNvPr>
          <p:cNvSpPr/>
          <p:nvPr/>
        </p:nvSpPr>
        <p:spPr>
          <a:xfrm>
            <a:off x="722376" y="3035628"/>
            <a:ext cx="11164824" cy="502920"/>
          </a:xfrm>
          <a:prstGeom prst="rect">
            <a:avLst/>
          </a:prstGeom>
          <a:noFill/>
          <a:ln/>
        </p:spPr>
        <p:txBody>
          <a:bodyPr wrap="square" rtlCol="0" anchor="ctr"/>
          <a:lstStyle/>
          <a:p>
            <a:r>
              <a:rPr lang="en-US" sz="2000" b="1" spc="100" dirty="0">
                <a:solidFill>
                  <a:schemeClr val="bg1"/>
                </a:solidFill>
                <a:latin typeface="+mj-lt"/>
                <a:ea typeface="+mj-ea"/>
              </a:rPr>
              <a:t>Bridge</a:t>
            </a:r>
            <a:r>
              <a:rPr lang="en-US" b="1" spc="100" dirty="0">
                <a:solidFill>
                  <a:schemeClr val="bg1"/>
                </a:solidFill>
                <a:latin typeface="+mj-lt"/>
                <a:ea typeface="+mj-ea"/>
              </a:rPr>
              <a:t> – </a:t>
            </a:r>
            <a:r>
              <a:rPr lang="en-US" spc="100" dirty="0">
                <a:solidFill>
                  <a:schemeClr val="bg1"/>
                </a:solidFill>
                <a:ea typeface="+mj-ea"/>
              </a:rPr>
              <a:t>Separates abstraction from implementation (both can change independently)</a:t>
            </a:r>
          </a:p>
        </p:txBody>
      </p:sp>
      <p:sp>
        <p:nvSpPr>
          <p:cNvPr id="8" name="Text 4">
            <a:extLst>
              <a:ext uri="{FF2B5EF4-FFF2-40B4-BE49-F238E27FC236}">
                <a16:creationId xmlns:a16="http://schemas.microsoft.com/office/drawing/2014/main" id="{7E07C7F0-1BF0-FE88-75FF-BE3E3E880747}"/>
              </a:ext>
            </a:extLst>
          </p:cNvPr>
          <p:cNvSpPr/>
          <p:nvPr/>
        </p:nvSpPr>
        <p:spPr>
          <a:xfrm>
            <a:off x="722376" y="3575124"/>
            <a:ext cx="10524744" cy="502920"/>
          </a:xfrm>
          <a:prstGeom prst="rect">
            <a:avLst/>
          </a:prstGeom>
          <a:noFill/>
          <a:ln/>
        </p:spPr>
        <p:txBody>
          <a:bodyPr wrap="square" rtlCol="0" anchor="ctr"/>
          <a:lstStyle/>
          <a:p>
            <a:pPr indent="0">
              <a:buNone/>
            </a:pPr>
            <a:r>
              <a:rPr lang="en-US" b="1" spc="100" dirty="0">
                <a:solidFill>
                  <a:schemeClr val="bg1"/>
                </a:solidFill>
                <a:latin typeface="+mj-lt"/>
                <a:ea typeface="+mj-ea"/>
              </a:rPr>
              <a:t>Composite – </a:t>
            </a:r>
            <a:r>
              <a:rPr lang="en-US" spc="100" dirty="0">
                <a:solidFill>
                  <a:schemeClr val="bg1"/>
                </a:solidFill>
                <a:ea typeface="+mj-ea"/>
              </a:rPr>
              <a:t>Treats individual objects and groups the same way (tree structures)</a:t>
            </a:r>
          </a:p>
        </p:txBody>
      </p:sp>
      <p:sp>
        <p:nvSpPr>
          <p:cNvPr id="9" name="Text 5">
            <a:extLst>
              <a:ext uri="{FF2B5EF4-FFF2-40B4-BE49-F238E27FC236}">
                <a16:creationId xmlns:a16="http://schemas.microsoft.com/office/drawing/2014/main" id="{1251D063-D3DB-5BEC-985F-76D64E584F6F}"/>
              </a:ext>
            </a:extLst>
          </p:cNvPr>
          <p:cNvSpPr/>
          <p:nvPr/>
        </p:nvSpPr>
        <p:spPr>
          <a:xfrm>
            <a:off x="722376" y="4114620"/>
            <a:ext cx="11045952" cy="502920"/>
          </a:xfrm>
          <a:prstGeom prst="rect">
            <a:avLst/>
          </a:prstGeom>
          <a:noFill/>
          <a:ln/>
        </p:spPr>
        <p:txBody>
          <a:bodyPr wrap="square" rtlCol="0" anchor="ctr"/>
          <a:lstStyle/>
          <a:p>
            <a:r>
              <a:rPr lang="en-US" b="1" spc="100" dirty="0">
                <a:solidFill>
                  <a:schemeClr val="bg1"/>
                </a:solidFill>
                <a:latin typeface="+mj-lt"/>
                <a:ea typeface="+mj-ea"/>
              </a:rPr>
              <a:t>Decorator – </a:t>
            </a:r>
            <a:r>
              <a:rPr lang="en-US" spc="100" dirty="0">
                <a:solidFill>
                  <a:schemeClr val="bg1"/>
                </a:solidFill>
                <a:ea typeface="+mj-ea"/>
              </a:rPr>
              <a:t>Adds new functionality dynamically (without changing original class)</a:t>
            </a:r>
          </a:p>
        </p:txBody>
      </p:sp>
      <p:sp>
        <p:nvSpPr>
          <p:cNvPr id="10" name="Text 6">
            <a:extLst>
              <a:ext uri="{FF2B5EF4-FFF2-40B4-BE49-F238E27FC236}">
                <a16:creationId xmlns:a16="http://schemas.microsoft.com/office/drawing/2014/main" id="{BE7B243C-1417-E582-A1BB-764316385833}"/>
              </a:ext>
            </a:extLst>
          </p:cNvPr>
          <p:cNvSpPr/>
          <p:nvPr/>
        </p:nvSpPr>
        <p:spPr>
          <a:xfrm>
            <a:off x="722376" y="4654116"/>
            <a:ext cx="10387584" cy="502920"/>
          </a:xfrm>
          <a:prstGeom prst="rect">
            <a:avLst/>
          </a:prstGeom>
          <a:noFill/>
          <a:ln/>
        </p:spPr>
        <p:txBody>
          <a:bodyPr wrap="square" rtlCol="0" anchor="ctr"/>
          <a:lstStyle/>
          <a:p>
            <a:pPr indent="0">
              <a:buNone/>
            </a:pPr>
            <a:r>
              <a:rPr lang="en-US" b="1" spc="100" dirty="0">
                <a:solidFill>
                  <a:schemeClr val="bg1"/>
                </a:solidFill>
                <a:latin typeface="+mj-lt"/>
                <a:ea typeface="+mj-ea"/>
              </a:rPr>
              <a:t>Facade – </a:t>
            </a:r>
            <a:r>
              <a:rPr lang="en-US" spc="100" dirty="0">
                <a:solidFill>
                  <a:schemeClr val="bg1"/>
                </a:solidFill>
                <a:ea typeface="+mj-ea"/>
              </a:rPr>
              <a:t>Provides a simple interface to a complex system</a:t>
            </a:r>
          </a:p>
        </p:txBody>
      </p:sp>
      <p:sp>
        <p:nvSpPr>
          <p:cNvPr id="11" name="Text 7">
            <a:extLst>
              <a:ext uri="{FF2B5EF4-FFF2-40B4-BE49-F238E27FC236}">
                <a16:creationId xmlns:a16="http://schemas.microsoft.com/office/drawing/2014/main" id="{39F0B797-B9D7-6B5B-F6B9-4B43A4596525}"/>
              </a:ext>
            </a:extLst>
          </p:cNvPr>
          <p:cNvSpPr/>
          <p:nvPr/>
        </p:nvSpPr>
        <p:spPr>
          <a:xfrm>
            <a:off x="722376" y="5193612"/>
            <a:ext cx="10631424" cy="502920"/>
          </a:xfrm>
          <a:prstGeom prst="rect">
            <a:avLst/>
          </a:prstGeom>
          <a:noFill/>
          <a:ln/>
        </p:spPr>
        <p:txBody>
          <a:bodyPr wrap="square" rtlCol="0" anchor="ctr"/>
          <a:lstStyle/>
          <a:p>
            <a:r>
              <a:rPr lang="en-US" b="1" spc="100" dirty="0">
                <a:solidFill>
                  <a:schemeClr val="bg1"/>
                </a:solidFill>
                <a:latin typeface="+mj-lt"/>
                <a:ea typeface="+mj-ea"/>
              </a:rPr>
              <a:t>Proxy – </a:t>
            </a:r>
            <a:r>
              <a:rPr lang="en-US" spc="100" dirty="0">
                <a:solidFill>
                  <a:schemeClr val="bg1"/>
                </a:solidFill>
                <a:ea typeface="+mj-ea"/>
              </a:rPr>
              <a:t>Controls access to an object (e.g. security, caching)</a:t>
            </a:r>
          </a:p>
        </p:txBody>
      </p:sp>
      <p:sp>
        <p:nvSpPr>
          <p:cNvPr id="12" name="Text 8">
            <a:extLst>
              <a:ext uri="{FF2B5EF4-FFF2-40B4-BE49-F238E27FC236}">
                <a16:creationId xmlns:a16="http://schemas.microsoft.com/office/drawing/2014/main" id="{8942A46B-07B1-2FA9-583D-87F913936480}"/>
              </a:ext>
            </a:extLst>
          </p:cNvPr>
          <p:cNvSpPr/>
          <p:nvPr/>
        </p:nvSpPr>
        <p:spPr>
          <a:xfrm>
            <a:off x="722376" y="5733108"/>
            <a:ext cx="10808208" cy="502920"/>
          </a:xfrm>
          <a:prstGeom prst="rect">
            <a:avLst/>
          </a:prstGeom>
          <a:noFill/>
          <a:ln/>
        </p:spPr>
        <p:txBody>
          <a:bodyPr wrap="square" rtlCol="0" anchor="ctr"/>
          <a:lstStyle/>
          <a:p>
            <a:pPr indent="0">
              <a:buNone/>
            </a:pPr>
            <a:r>
              <a:rPr lang="en-US" b="1" spc="100" dirty="0">
                <a:solidFill>
                  <a:schemeClr val="bg1"/>
                </a:solidFill>
                <a:latin typeface="+mj-lt"/>
                <a:ea typeface="+mj-ea"/>
              </a:rPr>
              <a:t>Flyweight – </a:t>
            </a:r>
            <a:r>
              <a:rPr lang="en-US" spc="100" dirty="0">
                <a:solidFill>
                  <a:schemeClr val="bg1"/>
                </a:solidFill>
                <a:ea typeface="+mj-ea"/>
              </a:rPr>
              <a:t>Saves memory by sharing common data between objects</a:t>
            </a:r>
          </a:p>
        </p:txBody>
      </p:sp>
      <p:sp>
        <p:nvSpPr>
          <p:cNvPr id="4" name="TextBox 3">
            <a:extLst>
              <a:ext uri="{FF2B5EF4-FFF2-40B4-BE49-F238E27FC236}">
                <a16:creationId xmlns:a16="http://schemas.microsoft.com/office/drawing/2014/main" id="{E3A3C2AE-2E9A-53E6-081A-DDE1F7601746}"/>
              </a:ext>
            </a:extLst>
          </p:cNvPr>
          <p:cNvSpPr txBox="1"/>
          <p:nvPr/>
        </p:nvSpPr>
        <p:spPr>
          <a:xfrm>
            <a:off x="4224866" y="6272604"/>
            <a:ext cx="2667001" cy="369332"/>
          </a:xfrm>
          <a:prstGeom prst="rect">
            <a:avLst/>
          </a:prstGeom>
          <a:noFill/>
        </p:spPr>
        <p:txBody>
          <a:bodyPr wrap="square">
            <a:spAutoFit/>
          </a:bodyPr>
          <a:lstStyle/>
          <a:p>
            <a:r>
              <a:rPr lang="en-US" dirty="0">
                <a:solidFill>
                  <a:schemeClr val="bg1"/>
                </a:solidFill>
                <a:cs typeface="Arial" panose="020B0604020202020204" pitchFamily="34" charset="0"/>
              </a:rPr>
              <a:t>(Lott and Phillips, 2021) </a:t>
            </a:r>
            <a:endParaRPr lang="LID4096" dirty="0"/>
          </a:p>
        </p:txBody>
      </p:sp>
    </p:spTree>
    <p:extLst>
      <p:ext uri="{BB962C8B-B14F-4D97-AF65-F5344CB8AC3E}">
        <p14:creationId xmlns:p14="http://schemas.microsoft.com/office/powerpoint/2010/main" val="465836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348845-3852-D4E6-EF42-8024EAC0ED4C}"/>
              </a:ext>
            </a:extLst>
          </p:cNvPr>
          <p:cNvSpPr>
            <a:spLocks noGrp="1"/>
          </p:cNvSpPr>
          <p:nvPr>
            <p:ph type="title"/>
          </p:nvPr>
        </p:nvSpPr>
        <p:spPr>
          <a:xfrm>
            <a:off x="813816" y="621792"/>
            <a:ext cx="8180412" cy="1828800"/>
          </a:xfrm>
        </p:spPr>
        <p:txBody>
          <a:bodyPr/>
          <a:lstStyle/>
          <a:p>
            <a:r>
              <a:rPr lang="en-US" dirty="0"/>
              <a:t>Task 2 – How Structural Patterns Help</a:t>
            </a:r>
          </a:p>
        </p:txBody>
      </p:sp>
      <p:sp>
        <p:nvSpPr>
          <p:cNvPr id="5" name="Text Placeholder 4">
            <a:extLst>
              <a:ext uri="{FF2B5EF4-FFF2-40B4-BE49-F238E27FC236}">
                <a16:creationId xmlns:a16="http://schemas.microsoft.com/office/drawing/2014/main" id="{F85AE87B-E37F-614C-6EE5-D03C01018C99}"/>
              </a:ext>
            </a:extLst>
          </p:cNvPr>
          <p:cNvSpPr>
            <a:spLocks noGrp="1"/>
          </p:cNvSpPr>
          <p:nvPr>
            <p:ph sz="quarter" idx="26"/>
          </p:nvPr>
        </p:nvSpPr>
        <p:spPr>
          <a:xfrm>
            <a:off x="960120" y="2286000"/>
            <a:ext cx="9564624" cy="4142232"/>
          </a:xfrm>
        </p:spPr>
        <p:txBody>
          <a:bodyPr/>
          <a:lstStyle/>
          <a:p>
            <a:pPr marL="285750" indent="-285750">
              <a:buFont typeface="Arial" panose="020B0604020202020204" pitchFamily="34" charset="0"/>
              <a:buChar char="•"/>
            </a:pPr>
            <a:r>
              <a:rPr lang="en-US" b="1" dirty="0"/>
              <a:t>Modularity</a:t>
            </a:r>
          </a:p>
          <a:p>
            <a:r>
              <a:rPr lang="en-US" dirty="0"/>
              <a:t>     Code is split into smaller, manageable parts</a:t>
            </a:r>
          </a:p>
          <a:p>
            <a:endParaRPr lang="en-US" dirty="0"/>
          </a:p>
          <a:p>
            <a:pPr marL="285750" indent="-285750">
              <a:buFont typeface="Arial" panose="020B0604020202020204" pitchFamily="34" charset="0"/>
              <a:buChar char="•"/>
            </a:pPr>
            <a:r>
              <a:rPr lang="en-US" b="1" dirty="0"/>
              <a:t>Flexibility</a:t>
            </a:r>
          </a:p>
          <a:p>
            <a:r>
              <a:rPr lang="en-US" dirty="0"/>
              <a:t>     Easy to modify or extend features</a:t>
            </a:r>
          </a:p>
          <a:p>
            <a:endParaRPr lang="en-US" dirty="0"/>
          </a:p>
          <a:p>
            <a:pPr marL="285750" indent="-285750">
              <a:buFont typeface="Arial" panose="020B0604020202020204" pitchFamily="34" charset="0"/>
              <a:buChar char="•"/>
            </a:pPr>
            <a:r>
              <a:rPr lang="en-US" b="1" dirty="0"/>
              <a:t>Reusability</a:t>
            </a:r>
          </a:p>
          <a:p>
            <a:r>
              <a:rPr lang="en-US" dirty="0"/>
              <a:t>    Components can be reused in different systems</a:t>
            </a:r>
          </a:p>
          <a:p>
            <a:endParaRPr lang="en-US" dirty="0"/>
          </a:p>
          <a:p>
            <a:pPr marL="285750" indent="-285750">
              <a:buFont typeface="Arial" panose="020B0604020202020204" pitchFamily="34" charset="0"/>
              <a:buChar char="•"/>
            </a:pPr>
            <a:r>
              <a:rPr lang="en-US" b="1" dirty="0"/>
              <a:t>Complexity Management</a:t>
            </a:r>
          </a:p>
          <a:p>
            <a:r>
              <a:rPr lang="en-US" dirty="0"/>
              <a:t>     Simplifies large systems by organizing structure</a:t>
            </a:r>
          </a:p>
        </p:txBody>
      </p:sp>
      <p:sp>
        <p:nvSpPr>
          <p:cNvPr id="2" name="TextBox 1">
            <a:extLst>
              <a:ext uri="{FF2B5EF4-FFF2-40B4-BE49-F238E27FC236}">
                <a16:creationId xmlns:a16="http://schemas.microsoft.com/office/drawing/2014/main" id="{F515F56D-3137-B7E0-5FC3-F34D1692C479}"/>
              </a:ext>
            </a:extLst>
          </p:cNvPr>
          <p:cNvSpPr txBox="1"/>
          <p:nvPr/>
        </p:nvSpPr>
        <p:spPr>
          <a:xfrm>
            <a:off x="1363133" y="6428232"/>
            <a:ext cx="2667001" cy="369332"/>
          </a:xfrm>
          <a:prstGeom prst="rect">
            <a:avLst/>
          </a:prstGeom>
          <a:noFill/>
        </p:spPr>
        <p:txBody>
          <a:bodyPr wrap="square">
            <a:spAutoFit/>
          </a:bodyPr>
          <a:lstStyle/>
          <a:p>
            <a:r>
              <a:rPr lang="en-US" dirty="0">
                <a:solidFill>
                  <a:schemeClr val="bg1"/>
                </a:solidFill>
                <a:cs typeface="Arial" panose="020B0604020202020204" pitchFamily="34" charset="0"/>
              </a:rPr>
              <a:t>(Lott and Phillips, 2021) </a:t>
            </a:r>
            <a:endParaRPr lang="LID4096" dirty="0"/>
          </a:p>
        </p:txBody>
      </p:sp>
    </p:spTree>
    <p:extLst>
      <p:ext uri="{BB962C8B-B14F-4D97-AF65-F5344CB8AC3E}">
        <p14:creationId xmlns:p14="http://schemas.microsoft.com/office/powerpoint/2010/main" val="3591555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62D7-27D2-94DC-1264-B79226686001}"/>
              </a:ext>
            </a:extLst>
          </p:cNvPr>
          <p:cNvSpPr>
            <a:spLocks noGrp="1"/>
          </p:cNvSpPr>
          <p:nvPr>
            <p:ph type="title"/>
          </p:nvPr>
        </p:nvSpPr>
        <p:spPr>
          <a:xfrm>
            <a:off x="813816" y="605155"/>
            <a:ext cx="10571734" cy="1160145"/>
          </a:xfrm>
        </p:spPr>
        <p:txBody>
          <a:bodyPr/>
          <a:lstStyle/>
          <a:p>
            <a:r>
              <a:rPr lang="en-US" dirty="0"/>
              <a:t>Task 3 – Practical Exercise (Decorator Pattern)</a:t>
            </a:r>
          </a:p>
        </p:txBody>
      </p:sp>
      <p:sp>
        <p:nvSpPr>
          <p:cNvPr id="13" name="Text Placeholder 12">
            <a:extLst>
              <a:ext uri="{FF2B5EF4-FFF2-40B4-BE49-F238E27FC236}">
                <a16:creationId xmlns:a16="http://schemas.microsoft.com/office/drawing/2014/main" id="{96C3713D-C8FF-8E7B-458C-CB927BAA99BD}"/>
              </a:ext>
            </a:extLst>
          </p:cNvPr>
          <p:cNvSpPr>
            <a:spLocks noGrp="1"/>
          </p:cNvSpPr>
          <p:nvPr>
            <p:ph sz="quarter" idx="27"/>
          </p:nvPr>
        </p:nvSpPr>
        <p:spPr>
          <a:xfrm>
            <a:off x="3134360" y="2853267"/>
            <a:ext cx="8833104" cy="1365505"/>
          </a:xfrm>
        </p:spPr>
        <p:txBody>
          <a:bodyPr/>
          <a:lstStyle/>
          <a:p>
            <a:r>
              <a:rPr lang="en-US" sz="2400" b="1" dirty="0"/>
              <a:t>Goal: Build a coffee shop app where you can add toppings dynamically.</a:t>
            </a:r>
          </a:p>
        </p:txBody>
      </p:sp>
    </p:spTree>
    <p:extLst>
      <p:ext uri="{BB962C8B-B14F-4D97-AF65-F5344CB8AC3E}">
        <p14:creationId xmlns:p14="http://schemas.microsoft.com/office/powerpoint/2010/main" val="4130254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39007058-604B-F1ED-2CA8-B3B5E246493B}"/>
              </a:ext>
            </a:extLst>
          </p:cNvPr>
          <p:cNvSpPr txBox="1">
            <a:spLocks/>
          </p:cNvSpPr>
          <p:nvPr/>
        </p:nvSpPr>
        <p:spPr>
          <a:xfrm>
            <a:off x="4194387" y="188299"/>
            <a:ext cx="5339080" cy="63459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t>class Coffee:</a:t>
            </a:r>
          </a:p>
          <a:p>
            <a:pPr marL="0" indent="0">
              <a:buNone/>
            </a:pPr>
            <a:r>
              <a:rPr lang="en-US" sz="1600" dirty="0"/>
              <a:t>    def cost(self): return 5</a:t>
            </a:r>
          </a:p>
          <a:p>
            <a:pPr marL="0" indent="0">
              <a:buNone/>
            </a:pPr>
            <a:endParaRPr lang="en-US" sz="1600" dirty="0"/>
          </a:p>
          <a:p>
            <a:pPr marL="0" indent="0">
              <a:buNone/>
            </a:pPr>
            <a:r>
              <a:rPr lang="en-US" sz="1600" dirty="0"/>
              <a:t>class </a:t>
            </a:r>
            <a:r>
              <a:rPr lang="en-US" sz="1600" dirty="0" err="1"/>
              <a:t>CoffeeDecorator</a:t>
            </a:r>
            <a:r>
              <a:rPr lang="en-US" sz="1600" dirty="0"/>
              <a:t>:</a:t>
            </a:r>
          </a:p>
          <a:p>
            <a:pPr marL="0" indent="0">
              <a:buNone/>
            </a:pPr>
            <a:r>
              <a:rPr lang="en-US" sz="1600" dirty="0"/>
              <a:t>    def __</a:t>
            </a:r>
            <a:r>
              <a:rPr lang="en-US" sz="1600" dirty="0" err="1"/>
              <a:t>init</a:t>
            </a:r>
            <a:r>
              <a:rPr lang="en-US" sz="1600" dirty="0"/>
              <a:t>__(self, coffee):</a:t>
            </a:r>
          </a:p>
          <a:p>
            <a:pPr marL="0" indent="0">
              <a:buNone/>
            </a:pPr>
            <a:r>
              <a:rPr lang="en-US" sz="1600" dirty="0"/>
              <a:t>        </a:t>
            </a:r>
            <a:r>
              <a:rPr lang="en-US" sz="1600" dirty="0" err="1"/>
              <a:t>self.coffee</a:t>
            </a:r>
            <a:r>
              <a:rPr lang="en-US" sz="1600" dirty="0"/>
              <a:t> = coffee</a:t>
            </a:r>
          </a:p>
          <a:p>
            <a:pPr marL="0" indent="0">
              <a:buNone/>
            </a:pPr>
            <a:r>
              <a:rPr lang="en-US" sz="1600" dirty="0"/>
              <a:t>    def cost(self):</a:t>
            </a:r>
          </a:p>
          <a:p>
            <a:pPr marL="0" indent="0">
              <a:buNone/>
            </a:pPr>
            <a:r>
              <a:rPr lang="en-US" sz="1600" dirty="0"/>
              <a:t>        return </a:t>
            </a:r>
            <a:r>
              <a:rPr lang="en-US" sz="1600" dirty="0" err="1"/>
              <a:t>self.coffee.cost</a:t>
            </a:r>
            <a:r>
              <a:rPr lang="en-US" sz="1600" dirty="0"/>
              <a:t>()</a:t>
            </a:r>
          </a:p>
          <a:p>
            <a:pPr marL="0" indent="0">
              <a:buNone/>
            </a:pPr>
            <a:endParaRPr lang="en-US" sz="1600" dirty="0"/>
          </a:p>
          <a:p>
            <a:pPr marL="0" indent="0">
              <a:buNone/>
            </a:pPr>
            <a:r>
              <a:rPr lang="en-US" sz="1600" dirty="0"/>
              <a:t>class Milk(</a:t>
            </a:r>
            <a:r>
              <a:rPr lang="en-US" sz="1600" dirty="0" err="1"/>
              <a:t>CoffeeDecorator</a:t>
            </a:r>
            <a:r>
              <a:rPr lang="en-US" sz="1600" dirty="0"/>
              <a:t>):</a:t>
            </a:r>
          </a:p>
          <a:p>
            <a:pPr marL="0" indent="0">
              <a:buNone/>
            </a:pPr>
            <a:r>
              <a:rPr lang="en-US" sz="1600" dirty="0"/>
              <a:t>    def cost(self): return </a:t>
            </a:r>
            <a:r>
              <a:rPr lang="en-US" sz="1600" dirty="0" err="1"/>
              <a:t>self.coffee.cost</a:t>
            </a:r>
            <a:r>
              <a:rPr lang="en-US" sz="1600" dirty="0"/>
              <a:t>() + 1</a:t>
            </a:r>
          </a:p>
          <a:p>
            <a:pPr marL="0" indent="0">
              <a:buNone/>
            </a:pPr>
            <a:endParaRPr lang="en-US" sz="1600" dirty="0"/>
          </a:p>
          <a:p>
            <a:pPr marL="0" indent="0">
              <a:buNone/>
            </a:pPr>
            <a:r>
              <a:rPr lang="en-US" sz="1600" dirty="0"/>
              <a:t>class Sugar(</a:t>
            </a:r>
            <a:r>
              <a:rPr lang="en-US" sz="1600" dirty="0" err="1"/>
              <a:t>CoffeeDecorator</a:t>
            </a:r>
            <a:r>
              <a:rPr lang="en-US" sz="1600" dirty="0"/>
              <a:t>):</a:t>
            </a:r>
          </a:p>
          <a:p>
            <a:pPr marL="0" indent="0">
              <a:buNone/>
            </a:pPr>
            <a:r>
              <a:rPr lang="en-US" sz="1600" dirty="0"/>
              <a:t>    def cost(self): return </a:t>
            </a:r>
            <a:r>
              <a:rPr lang="en-US" sz="1600" dirty="0" err="1"/>
              <a:t>self.coffee.cost</a:t>
            </a:r>
            <a:r>
              <a:rPr lang="en-US" sz="1600" dirty="0"/>
              <a:t>() + 0.5</a:t>
            </a:r>
          </a:p>
          <a:p>
            <a:pPr marL="0" indent="0">
              <a:buNone/>
            </a:pPr>
            <a:endParaRPr lang="en-US" sz="1600" dirty="0"/>
          </a:p>
          <a:p>
            <a:pPr marL="0" indent="0">
              <a:buNone/>
            </a:pPr>
            <a:r>
              <a:rPr lang="en-US" sz="1600" dirty="0"/>
              <a:t>coffee = Coffee()</a:t>
            </a:r>
          </a:p>
          <a:p>
            <a:pPr marL="0" indent="0">
              <a:buNone/>
            </a:pPr>
            <a:r>
              <a:rPr lang="en-US" sz="1600" dirty="0"/>
              <a:t>coffee = Milk(coffee)</a:t>
            </a:r>
          </a:p>
          <a:p>
            <a:pPr marL="0" indent="0">
              <a:buNone/>
            </a:pPr>
            <a:r>
              <a:rPr lang="en-US" sz="1600" dirty="0"/>
              <a:t>coffee = Sugar(coffee)</a:t>
            </a:r>
          </a:p>
          <a:p>
            <a:pPr marL="0" indent="0">
              <a:buNone/>
            </a:pPr>
            <a:r>
              <a:rPr lang="en-US" sz="1600" dirty="0"/>
              <a:t>print(</a:t>
            </a:r>
            <a:r>
              <a:rPr lang="en-US" sz="1600" dirty="0" err="1"/>
              <a:t>coffee.cost</a:t>
            </a:r>
            <a:r>
              <a:rPr lang="en-US" sz="1600" dirty="0"/>
              <a:t>())  # Output: 6.5</a:t>
            </a:r>
          </a:p>
        </p:txBody>
      </p:sp>
      <p:sp>
        <p:nvSpPr>
          <p:cNvPr id="8" name="Text Placeholder 14">
            <a:extLst>
              <a:ext uri="{FF2B5EF4-FFF2-40B4-BE49-F238E27FC236}">
                <a16:creationId xmlns:a16="http://schemas.microsoft.com/office/drawing/2014/main" id="{36B71345-FBED-7F60-A5D5-15A8F9D26E8A}"/>
              </a:ext>
            </a:extLst>
          </p:cNvPr>
          <p:cNvSpPr txBox="1">
            <a:spLocks/>
          </p:cNvSpPr>
          <p:nvPr/>
        </p:nvSpPr>
        <p:spPr>
          <a:xfrm>
            <a:off x="5819987" y="188299"/>
            <a:ext cx="5339080" cy="63459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2" name="TextBox 1">
            <a:extLst>
              <a:ext uri="{FF2B5EF4-FFF2-40B4-BE49-F238E27FC236}">
                <a16:creationId xmlns:a16="http://schemas.microsoft.com/office/drawing/2014/main" id="{4C649481-10EA-F08F-1782-5A9E299780B2}"/>
              </a:ext>
            </a:extLst>
          </p:cNvPr>
          <p:cNvSpPr txBox="1"/>
          <p:nvPr/>
        </p:nvSpPr>
        <p:spPr>
          <a:xfrm>
            <a:off x="7611532" y="6485035"/>
            <a:ext cx="2667001" cy="369332"/>
          </a:xfrm>
          <a:prstGeom prst="rect">
            <a:avLst/>
          </a:prstGeom>
          <a:noFill/>
        </p:spPr>
        <p:txBody>
          <a:bodyPr wrap="square">
            <a:spAutoFit/>
          </a:bodyPr>
          <a:lstStyle/>
          <a:p>
            <a:r>
              <a:rPr lang="en-US" dirty="0">
                <a:solidFill>
                  <a:schemeClr val="bg1"/>
                </a:solidFill>
                <a:cs typeface="Arial" panose="020B0604020202020204" pitchFamily="34" charset="0"/>
              </a:rPr>
              <a:t>(Lott and Phillips, 2021) </a:t>
            </a:r>
            <a:endParaRPr lang="LID4096" dirty="0"/>
          </a:p>
        </p:txBody>
      </p:sp>
    </p:spTree>
    <p:extLst>
      <p:ext uri="{BB962C8B-B14F-4D97-AF65-F5344CB8AC3E}">
        <p14:creationId xmlns:p14="http://schemas.microsoft.com/office/powerpoint/2010/main" val="343730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8AD1B-4CAF-883C-EA38-D470B08E652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E58C565-5A12-0C0E-7CA2-2EFE12802E2F}"/>
              </a:ext>
            </a:extLst>
          </p:cNvPr>
          <p:cNvSpPr>
            <a:spLocks noGrp="1"/>
          </p:cNvSpPr>
          <p:nvPr>
            <p:ph type="title"/>
          </p:nvPr>
        </p:nvSpPr>
        <p:spPr>
          <a:xfrm>
            <a:off x="262530" y="197382"/>
            <a:ext cx="2090022" cy="1160145"/>
          </a:xfrm>
        </p:spPr>
        <p:txBody>
          <a:bodyPr/>
          <a:lstStyle/>
          <a:p>
            <a:r>
              <a:rPr lang="en-US" sz="2400" dirty="0"/>
              <a:t>Results: </a:t>
            </a:r>
          </a:p>
        </p:txBody>
      </p:sp>
      <p:pic>
        <p:nvPicPr>
          <p:cNvPr id="10" name="Picture 9" descr="A Python code snippet demonstrates a coffee cost calculation using object-oriented programming, where a base 'Coffee' class and decorators 'Milk' and 'Sugar' are used to increment the base cost.&#10;&#10;AI-generated content may be incorrect.">
            <a:extLst>
              <a:ext uri="{FF2B5EF4-FFF2-40B4-BE49-F238E27FC236}">
                <a16:creationId xmlns:a16="http://schemas.microsoft.com/office/drawing/2014/main" id="{1B04A101-D6AA-E044-F119-0901F205CF8B}"/>
              </a:ext>
            </a:extLst>
          </p:cNvPr>
          <p:cNvPicPr>
            <a:picLocks noChangeAspect="1"/>
          </p:cNvPicPr>
          <p:nvPr/>
        </p:nvPicPr>
        <p:blipFill>
          <a:blip r:embed="rId3"/>
          <a:stretch>
            <a:fillRect/>
          </a:stretch>
        </p:blipFill>
        <p:spPr>
          <a:xfrm>
            <a:off x="355361" y="517585"/>
            <a:ext cx="11836639" cy="6340415"/>
          </a:xfrm>
          <a:prstGeom prst="rect">
            <a:avLst/>
          </a:prstGeom>
        </p:spPr>
      </p:pic>
    </p:spTree>
    <p:extLst>
      <p:ext uri="{BB962C8B-B14F-4D97-AF65-F5344CB8AC3E}">
        <p14:creationId xmlns:p14="http://schemas.microsoft.com/office/powerpoint/2010/main" val="3023829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45DF5-CA5F-7D2C-2694-68AE018DD63A}"/>
            </a:ext>
          </a:extLst>
        </p:cNvPr>
        <p:cNvGrpSpPr/>
        <p:nvPr/>
      </p:nvGrpSpPr>
      <p:grpSpPr>
        <a:xfrm>
          <a:off x="0" y="0"/>
          <a:ext cx="0" cy="0"/>
          <a:chOff x="0" y="0"/>
          <a:chExt cx="0" cy="0"/>
        </a:xfrm>
      </p:grpSpPr>
      <p:sp>
        <p:nvSpPr>
          <p:cNvPr id="8" name="Text Placeholder 14">
            <a:extLst>
              <a:ext uri="{FF2B5EF4-FFF2-40B4-BE49-F238E27FC236}">
                <a16:creationId xmlns:a16="http://schemas.microsoft.com/office/drawing/2014/main" id="{25DDD766-6454-B018-76CF-50AD3B4F32F7}"/>
              </a:ext>
            </a:extLst>
          </p:cNvPr>
          <p:cNvSpPr txBox="1">
            <a:spLocks/>
          </p:cNvSpPr>
          <p:nvPr/>
        </p:nvSpPr>
        <p:spPr>
          <a:xfrm>
            <a:off x="5819987" y="188299"/>
            <a:ext cx="5339080" cy="634593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600" dirty="0"/>
          </a:p>
        </p:txBody>
      </p:sp>
      <p:sp>
        <p:nvSpPr>
          <p:cNvPr id="10" name="TextBox 9">
            <a:extLst>
              <a:ext uri="{FF2B5EF4-FFF2-40B4-BE49-F238E27FC236}">
                <a16:creationId xmlns:a16="http://schemas.microsoft.com/office/drawing/2014/main" id="{3DA7AFDB-7A2E-CA9C-2718-266A25AB3410}"/>
              </a:ext>
            </a:extLst>
          </p:cNvPr>
          <p:cNvSpPr txBox="1"/>
          <p:nvPr/>
        </p:nvSpPr>
        <p:spPr>
          <a:xfrm>
            <a:off x="2810087" y="317355"/>
            <a:ext cx="7035799" cy="5909310"/>
          </a:xfrm>
          <a:prstGeom prst="rect">
            <a:avLst/>
          </a:prstGeom>
          <a:noFill/>
        </p:spPr>
        <p:txBody>
          <a:bodyPr wrap="square">
            <a:spAutoFit/>
          </a:bodyPr>
          <a:lstStyle/>
          <a:p>
            <a:r>
              <a:rPr lang="en-US" b="1" dirty="0">
                <a:solidFill>
                  <a:schemeClr val="bg1"/>
                </a:solidFill>
              </a:rPr>
              <a:t>Base class</a:t>
            </a:r>
            <a:r>
              <a:rPr lang="en-US" dirty="0">
                <a:solidFill>
                  <a:schemeClr val="bg1"/>
                </a:solidFill>
              </a:rPr>
              <a:t> - Coffee is the existing class being enhanced, with a fixed cost of $5. It’s not being modified directly.</a:t>
            </a:r>
          </a:p>
          <a:p>
            <a:endParaRPr lang="en-US" dirty="0">
              <a:solidFill>
                <a:schemeClr val="bg1"/>
              </a:solidFill>
            </a:endParaRPr>
          </a:p>
          <a:p>
            <a:r>
              <a:rPr lang="en-US" b="1" dirty="0">
                <a:solidFill>
                  <a:schemeClr val="bg1"/>
                </a:solidFill>
              </a:rPr>
              <a:t>Decorator base</a:t>
            </a:r>
            <a:r>
              <a:rPr lang="en-US" dirty="0">
                <a:solidFill>
                  <a:schemeClr val="bg1"/>
                </a:solidFill>
              </a:rPr>
              <a:t> - </a:t>
            </a:r>
            <a:r>
              <a:rPr lang="en-US" dirty="0" err="1">
                <a:solidFill>
                  <a:schemeClr val="bg1"/>
                </a:solidFill>
              </a:rPr>
              <a:t>CoffeeDecorator</a:t>
            </a:r>
            <a:r>
              <a:rPr lang="en-US" dirty="0">
                <a:solidFill>
                  <a:schemeClr val="bg1"/>
                </a:solidFill>
              </a:rPr>
              <a:t> wraps any coffee object and forwards cost() to it.</a:t>
            </a:r>
          </a:p>
          <a:p>
            <a:endParaRPr lang="en-US" dirty="0">
              <a:solidFill>
                <a:schemeClr val="bg1"/>
              </a:solidFill>
            </a:endParaRPr>
          </a:p>
          <a:p>
            <a:r>
              <a:rPr lang="en-US" b="1" dirty="0">
                <a:solidFill>
                  <a:schemeClr val="bg1"/>
                </a:solidFill>
              </a:rPr>
              <a:t>Dynamic toppings</a:t>
            </a:r>
            <a:r>
              <a:rPr lang="en-US" dirty="0">
                <a:solidFill>
                  <a:schemeClr val="bg1"/>
                </a:solidFill>
              </a:rPr>
              <a:t> - Milk and Sugar are the concrete decorators. Each one adds its price on top of whatever it wraps, so toppings are applied at runtime, and it is not hardcoded into the class.</a:t>
            </a:r>
          </a:p>
          <a:p>
            <a:endParaRPr lang="en-US" dirty="0">
              <a:solidFill>
                <a:schemeClr val="bg1"/>
              </a:solidFill>
            </a:endParaRPr>
          </a:p>
          <a:p>
            <a:r>
              <a:rPr lang="en-US" b="1" dirty="0">
                <a:solidFill>
                  <a:schemeClr val="bg1"/>
                </a:solidFill>
              </a:rPr>
              <a:t>Chaining</a:t>
            </a:r>
            <a:r>
              <a:rPr lang="en-US" dirty="0">
                <a:solidFill>
                  <a:schemeClr val="bg1"/>
                </a:solidFill>
              </a:rPr>
              <a:t> - The three lines below do the dynamic "adding":</a:t>
            </a:r>
          </a:p>
          <a:p>
            <a:r>
              <a:rPr lang="en-US" dirty="0">
                <a:solidFill>
                  <a:schemeClr val="bg1"/>
                </a:solidFill>
              </a:rPr>
              <a:t>python</a:t>
            </a:r>
          </a:p>
          <a:p>
            <a:r>
              <a:rPr lang="en-US" dirty="0">
                <a:solidFill>
                  <a:schemeClr val="bg1"/>
                </a:solidFill>
              </a:rPr>
              <a:t>coffee = Coffee() # plain coffee: $5</a:t>
            </a:r>
          </a:p>
          <a:p>
            <a:r>
              <a:rPr lang="en-US" dirty="0">
                <a:solidFill>
                  <a:schemeClr val="bg1"/>
                </a:solidFill>
              </a:rPr>
              <a:t>coffee = Milk(coffee) # wrap with milk: $5 + $1</a:t>
            </a:r>
          </a:p>
          <a:p>
            <a:r>
              <a:rPr lang="en-US" dirty="0">
                <a:solidFill>
                  <a:schemeClr val="bg1"/>
                </a:solidFill>
              </a:rPr>
              <a:t>coffee = Sugar(coffee)# wrap with sugar: $6 + $0.5</a:t>
            </a:r>
          </a:p>
          <a:p>
            <a:r>
              <a:rPr lang="en-US" dirty="0">
                <a:solidFill>
                  <a:schemeClr val="bg1"/>
                </a:solidFill>
              </a:rPr>
              <a:t>print(</a:t>
            </a:r>
            <a:r>
              <a:rPr lang="en-US" dirty="0" err="1">
                <a:solidFill>
                  <a:schemeClr val="bg1"/>
                </a:solidFill>
              </a:rPr>
              <a:t>coffee.cost</a:t>
            </a:r>
            <a:r>
              <a:rPr lang="en-US" dirty="0">
                <a:solidFill>
                  <a:schemeClr val="bg1"/>
                </a:solidFill>
              </a:rPr>
              <a:t>()) # → 6.5</a:t>
            </a:r>
          </a:p>
          <a:p>
            <a:endParaRPr lang="en-US" dirty="0">
              <a:solidFill>
                <a:schemeClr val="bg1"/>
              </a:solidFill>
            </a:endParaRPr>
          </a:p>
          <a:p>
            <a:r>
              <a:rPr lang="en-US" dirty="0">
                <a:solidFill>
                  <a:schemeClr val="bg1"/>
                </a:solidFill>
              </a:rPr>
              <a:t>Each wrap is a new object layered on the previous one, so no existing class is touched.  </a:t>
            </a:r>
          </a:p>
          <a:p>
            <a:r>
              <a:rPr lang="en-US" dirty="0">
                <a:solidFill>
                  <a:schemeClr val="bg1"/>
                </a:solidFill>
              </a:rPr>
              <a:t>One could add more toppings just by creating new decorator subclasses, fully satisfying the open/closed principle.</a:t>
            </a:r>
          </a:p>
        </p:txBody>
      </p:sp>
      <p:sp>
        <p:nvSpPr>
          <p:cNvPr id="4" name="Title 1">
            <a:extLst>
              <a:ext uri="{FF2B5EF4-FFF2-40B4-BE49-F238E27FC236}">
                <a16:creationId xmlns:a16="http://schemas.microsoft.com/office/drawing/2014/main" id="{52408CDF-E93D-0EFE-24D9-BCA2C6019A58}"/>
              </a:ext>
            </a:extLst>
          </p:cNvPr>
          <p:cNvSpPr>
            <a:spLocks noGrp="1"/>
          </p:cNvSpPr>
          <p:nvPr>
            <p:ph type="title"/>
          </p:nvPr>
        </p:nvSpPr>
        <p:spPr>
          <a:xfrm>
            <a:off x="169396" y="3154130"/>
            <a:ext cx="3031003" cy="549740"/>
          </a:xfrm>
        </p:spPr>
        <p:txBody>
          <a:bodyPr/>
          <a:lstStyle/>
          <a:p>
            <a:r>
              <a:rPr lang="en-US" sz="2400" dirty="0"/>
              <a:t>Explanation : </a:t>
            </a:r>
          </a:p>
        </p:txBody>
      </p:sp>
    </p:spTree>
    <p:extLst>
      <p:ext uri="{BB962C8B-B14F-4D97-AF65-F5344CB8AC3E}">
        <p14:creationId xmlns:p14="http://schemas.microsoft.com/office/powerpoint/2010/main" val="2452301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5A7019F-FB8F-0842-186B-1C366F527A19}"/>
              </a:ext>
            </a:extLst>
          </p:cNvPr>
          <p:cNvSpPr>
            <a:spLocks noGrp="1"/>
          </p:cNvSpPr>
          <p:nvPr>
            <p:ph type="title"/>
          </p:nvPr>
        </p:nvSpPr>
        <p:spPr>
          <a:xfrm>
            <a:off x="517586" y="1088316"/>
            <a:ext cx="9161252" cy="722196"/>
          </a:xfrm>
        </p:spPr>
        <p:txBody>
          <a:bodyPr/>
          <a:lstStyle/>
          <a:p>
            <a:r>
              <a:rPr lang="en-US" dirty="0"/>
              <a:t>Seminar Preparation – Done!</a:t>
            </a:r>
          </a:p>
        </p:txBody>
      </p:sp>
      <p:sp>
        <p:nvSpPr>
          <p:cNvPr id="3" name="Text 2">
            <a:extLst>
              <a:ext uri="{FF2B5EF4-FFF2-40B4-BE49-F238E27FC236}">
                <a16:creationId xmlns:a16="http://schemas.microsoft.com/office/drawing/2014/main" id="{C3FC5084-BF87-87F5-66C2-C04C379ACD6D}"/>
              </a:ext>
            </a:extLst>
          </p:cNvPr>
          <p:cNvSpPr/>
          <p:nvPr/>
        </p:nvSpPr>
        <p:spPr>
          <a:xfrm>
            <a:off x="731520" y="2724912"/>
            <a:ext cx="3657600" cy="365760"/>
          </a:xfrm>
          <a:prstGeom prst="rect">
            <a:avLst/>
          </a:prstGeom>
          <a:noFill/>
          <a:ln/>
        </p:spPr>
        <p:txBody>
          <a:bodyPr wrap="square" rtlCol="0" anchor="ctr"/>
          <a:lstStyle/>
          <a:p>
            <a:pPr marL="0" indent="0">
              <a:buNone/>
            </a:pPr>
            <a:r>
              <a:rPr lang="en-US" b="1" dirty="0">
                <a:solidFill>
                  <a:schemeClr val="bg1"/>
                </a:solidFill>
                <a:cs typeface="Arial" panose="020B0604020202020204" pitchFamily="34" charset="0"/>
              </a:rPr>
              <a:t>Review</a:t>
            </a:r>
          </a:p>
        </p:txBody>
      </p:sp>
      <p:sp>
        <p:nvSpPr>
          <p:cNvPr id="5" name="Text 3">
            <a:extLst>
              <a:ext uri="{FF2B5EF4-FFF2-40B4-BE49-F238E27FC236}">
                <a16:creationId xmlns:a16="http://schemas.microsoft.com/office/drawing/2014/main" id="{130848E4-1704-7D80-FF1A-DA004BEF3555}"/>
              </a:ext>
            </a:extLst>
          </p:cNvPr>
          <p:cNvSpPr/>
          <p:nvPr/>
        </p:nvSpPr>
        <p:spPr>
          <a:xfrm>
            <a:off x="731520" y="3090672"/>
            <a:ext cx="3657600" cy="914400"/>
          </a:xfrm>
          <a:prstGeom prst="rect">
            <a:avLst/>
          </a:prstGeom>
          <a:noFill/>
          <a:ln/>
        </p:spPr>
        <p:txBody>
          <a:bodyPr wrap="square" rtlCol="0" anchor="ctr"/>
          <a:lstStyle/>
          <a:p>
            <a:pPr marL="342900" indent="-342900">
              <a:lnSpc>
                <a:spcPct val="90000"/>
              </a:lnSpc>
              <a:buSzPct val="100000"/>
              <a:buFont typeface="Arial" panose="020B0604020202020204" pitchFamily="34" charset="0"/>
              <a:buChar char="•"/>
            </a:pPr>
            <a:r>
              <a:rPr lang="en-US" dirty="0">
                <a:solidFill>
                  <a:schemeClr val="bg1"/>
                </a:solidFill>
                <a:cs typeface="Arial" panose="020B0604020202020204" pitchFamily="34" charset="0"/>
              </a:rPr>
              <a:t>All structural patterns</a:t>
            </a:r>
          </a:p>
          <a:p>
            <a:pPr marL="342900" indent="-342900">
              <a:lnSpc>
                <a:spcPct val="90000"/>
              </a:lnSpc>
              <a:buSzPct val="100000"/>
              <a:buFont typeface="Arial" panose="020B0604020202020204" pitchFamily="34" charset="0"/>
              <a:buChar char="•"/>
            </a:pPr>
            <a:r>
              <a:rPr lang="en-US" dirty="0">
                <a:solidFill>
                  <a:schemeClr val="bg1"/>
                </a:solidFill>
                <a:cs typeface="Arial" panose="020B0604020202020204" pitchFamily="34" charset="0"/>
              </a:rPr>
              <a:t>Focus on Decorator pattern</a:t>
            </a:r>
          </a:p>
        </p:txBody>
      </p:sp>
      <p:sp>
        <p:nvSpPr>
          <p:cNvPr id="7" name="Text 4">
            <a:extLst>
              <a:ext uri="{FF2B5EF4-FFF2-40B4-BE49-F238E27FC236}">
                <a16:creationId xmlns:a16="http://schemas.microsoft.com/office/drawing/2014/main" id="{8661AFD5-3308-42BC-86F7-0F1089C6905F}"/>
              </a:ext>
            </a:extLst>
          </p:cNvPr>
          <p:cNvSpPr/>
          <p:nvPr/>
        </p:nvSpPr>
        <p:spPr>
          <a:xfrm>
            <a:off x="731520" y="4050792"/>
            <a:ext cx="3657600" cy="365760"/>
          </a:xfrm>
          <a:prstGeom prst="rect">
            <a:avLst/>
          </a:prstGeom>
          <a:noFill/>
          <a:ln/>
        </p:spPr>
        <p:txBody>
          <a:bodyPr wrap="square" rtlCol="0" anchor="ctr"/>
          <a:lstStyle/>
          <a:p>
            <a:pPr marL="0" indent="0">
              <a:buNone/>
            </a:pPr>
            <a:r>
              <a:rPr lang="en-US" b="1" dirty="0">
                <a:solidFill>
                  <a:schemeClr val="bg1"/>
                </a:solidFill>
                <a:cs typeface="Arial" panose="020B0604020202020204" pitchFamily="34" charset="0"/>
              </a:rPr>
              <a:t>Environment</a:t>
            </a:r>
          </a:p>
        </p:txBody>
      </p:sp>
      <p:sp>
        <p:nvSpPr>
          <p:cNvPr id="9" name="Text 5">
            <a:extLst>
              <a:ext uri="{FF2B5EF4-FFF2-40B4-BE49-F238E27FC236}">
                <a16:creationId xmlns:a16="http://schemas.microsoft.com/office/drawing/2014/main" id="{C0F09AF8-057A-EA38-EDE9-80BF62B9983A}"/>
              </a:ext>
            </a:extLst>
          </p:cNvPr>
          <p:cNvSpPr/>
          <p:nvPr/>
        </p:nvSpPr>
        <p:spPr>
          <a:xfrm>
            <a:off x="731520" y="4416552"/>
            <a:ext cx="3657600" cy="548640"/>
          </a:xfrm>
          <a:prstGeom prst="rect">
            <a:avLst/>
          </a:prstGeom>
          <a:noFill/>
          <a:ln/>
        </p:spPr>
        <p:txBody>
          <a:bodyPr wrap="square" rtlCol="0" anchor="ctr"/>
          <a:lstStyle/>
          <a:p>
            <a:pPr marL="342900" indent="-342900">
              <a:lnSpc>
                <a:spcPct val="90000"/>
              </a:lnSpc>
              <a:buSzPct val="100000"/>
              <a:buFont typeface="Arial" panose="020B0604020202020204" pitchFamily="34" charset="0"/>
              <a:buChar char="•"/>
            </a:pPr>
            <a:r>
              <a:rPr lang="en-US" dirty="0">
                <a:solidFill>
                  <a:schemeClr val="bg1"/>
                </a:solidFill>
                <a:cs typeface="Arial" panose="020B0604020202020204" pitchFamily="34" charset="0"/>
              </a:rPr>
              <a:t>Python or Java installed</a:t>
            </a:r>
          </a:p>
        </p:txBody>
      </p:sp>
      <p:sp>
        <p:nvSpPr>
          <p:cNvPr id="10" name="Text 6">
            <a:extLst>
              <a:ext uri="{FF2B5EF4-FFF2-40B4-BE49-F238E27FC236}">
                <a16:creationId xmlns:a16="http://schemas.microsoft.com/office/drawing/2014/main" id="{5D395997-0160-1D7B-F52A-441389F4A658}"/>
              </a:ext>
            </a:extLst>
          </p:cNvPr>
          <p:cNvSpPr/>
          <p:nvPr/>
        </p:nvSpPr>
        <p:spPr>
          <a:xfrm>
            <a:off x="4937760" y="2724912"/>
            <a:ext cx="4023360" cy="365760"/>
          </a:xfrm>
          <a:prstGeom prst="rect">
            <a:avLst/>
          </a:prstGeom>
          <a:noFill/>
          <a:ln/>
        </p:spPr>
        <p:txBody>
          <a:bodyPr wrap="square" rtlCol="0" anchor="ctr"/>
          <a:lstStyle/>
          <a:p>
            <a:r>
              <a:rPr lang="en-US" b="1" dirty="0">
                <a:solidFill>
                  <a:schemeClr val="bg1"/>
                </a:solidFill>
                <a:cs typeface="Arial" panose="020B0604020202020204" pitchFamily="34" charset="0"/>
              </a:rPr>
              <a:t>Prepare Questions</a:t>
            </a:r>
          </a:p>
        </p:txBody>
      </p:sp>
      <p:sp>
        <p:nvSpPr>
          <p:cNvPr id="11" name="Text 7">
            <a:extLst>
              <a:ext uri="{FF2B5EF4-FFF2-40B4-BE49-F238E27FC236}">
                <a16:creationId xmlns:a16="http://schemas.microsoft.com/office/drawing/2014/main" id="{B377DD4E-5F15-A452-51C7-B5C87DB83247}"/>
              </a:ext>
            </a:extLst>
          </p:cNvPr>
          <p:cNvSpPr/>
          <p:nvPr/>
        </p:nvSpPr>
        <p:spPr>
          <a:xfrm>
            <a:off x="4937760" y="3090672"/>
            <a:ext cx="4023360" cy="914400"/>
          </a:xfrm>
          <a:prstGeom prst="rect">
            <a:avLst/>
          </a:prstGeom>
          <a:noFill/>
          <a:ln/>
        </p:spPr>
        <p:txBody>
          <a:bodyPr wrap="square" rtlCol="0" anchor="ctr"/>
          <a:lstStyle/>
          <a:p>
            <a:pPr marL="342900" indent="-342900">
              <a:lnSpc>
                <a:spcPct val="90000"/>
              </a:lnSpc>
              <a:buSzPct val="100000"/>
              <a:buFont typeface="Arial" panose="020B0604020202020204" pitchFamily="34" charset="0"/>
              <a:buChar char="•"/>
            </a:pPr>
            <a:r>
              <a:rPr lang="en-US" dirty="0">
                <a:solidFill>
                  <a:schemeClr val="bg1"/>
                </a:solidFill>
                <a:cs typeface="Arial" panose="020B0604020202020204" pitchFamily="34" charset="0"/>
              </a:rPr>
              <a:t>When to use Bridge vs Adapter?</a:t>
            </a:r>
          </a:p>
          <a:p>
            <a:pPr marL="342900" indent="-342900">
              <a:lnSpc>
                <a:spcPct val="90000"/>
              </a:lnSpc>
              <a:buSzPct val="100000"/>
              <a:buFont typeface="Arial" panose="020B0604020202020204" pitchFamily="34" charset="0"/>
              <a:buChar char="•"/>
            </a:pPr>
            <a:r>
              <a:rPr lang="en-US" dirty="0">
                <a:solidFill>
                  <a:schemeClr val="bg1"/>
                </a:solidFill>
                <a:cs typeface="Arial" panose="020B0604020202020204" pitchFamily="34" charset="0"/>
              </a:rPr>
              <a:t>When is Decorator better than inheritance?</a:t>
            </a:r>
          </a:p>
        </p:txBody>
      </p:sp>
      <p:sp>
        <p:nvSpPr>
          <p:cNvPr id="12" name="Text 8">
            <a:extLst>
              <a:ext uri="{FF2B5EF4-FFF2-40B4-BE49-F238E27FC236}">
                <a16:creationId xmlns:a16="http://schemas.microsoft.com/office/drawing/2014/main" id="{A10A147A-EBCB-10E0-B1D8-EB2FB71AC871}"/>
              </a:ext>
            </a:extLst>
          </p:cNvPr>
          <p:cNvSpPr/>
          <p:nvPr/>
        </p:nvSpPr>
        <p:spPr>
          <a:xfrm>
            <a:off x="4937760" y="4050792"/>
            <a:ext cx="4023360" cy="365760"/>
          </a:xfrm>
          <a:prstGeom prst="rect">
            <a:avLst/>
          </a:prstGeom>
          <a:noFill/>
          <a:ln/>
        </p:spPr>
        <p:txBody>
          <a:bodyPr wrap="square" rtlCol="0" anchor="ctr"/>
          <a:lstStyle/>
          <a:p>
            <a:pPr indent="0">
              <a:buNone/>
            </a:pPr>
            <a:r>
              <a:rPr lang="en-US" b="1" dirty="0">
                <a:solidFill>
                  <a:schemeClr val="bg1"/>
                </a:solidFill>
                <a:cs typeface="Arial" panose="020B0604020202020204" pitchFamily="34" charset="0"/>
              </a:rPr>
              <a:t>Practice OOP</a:t>
            </a:r>
          </a:p>
        </p:txBody>
      </p:sp>
      <p:sp>
        <p:nvSpPr>
          <p:cNvPr id="13" name="Text 9">
            <a:extLst>
              <a:ext uri="{FF2B5EF4-FFF2-40B4-BE49-F238E27FC236}">
                <a16:creationId xmlns:a16="http://schemas.microsoft.com/office/drawing/2014/main" id="{5A4D28B9-5B99-B8F7-9916-733F65C31AF2}"/>
              </a:ext>
            </a:extLst>
          </p:cNvPr>
          <p:cNvSpPr/>
          <p:nvPr/>
        </p:nvSpPr>
        <p:spPr>
          <a:xfrm>
            <a:off x="4937760" y="4416552"/>
            <a:ext cx="4023360" cy="914400"/>
          </a:xfrm>
          <a:prstGeom prst="rect">
            <a:avLst/>
          </a:prstGeom>
          <a:noFill/>
          <a:ln/>
        </p:spPr>
        <p:txBody>
          <a:bodyPr wrap="square" rtlCol="0" anchor="ctr"/>
          <a:lstStyle/>
          <a:p>
            <a:pPr marL="342900" indent="-342900">
              <a:lnSpc>
                <a:spcPct val="90000"/>
              </a:lnSpc>
              <a:buSzPct val="100000"/>
              <a:buFont typeface="Arial" panose="020B0604020202020204" pitchFamily="34" charset="0"/>
              <a:buChar char="•"/>
            </a:pPr>
            <a:r>
              <a:rPr lang="en-US" dirty="0">
                <a:solidFill>
                  <a:schemeClr val="bg1"/>
                </a:solidFill>
                <a:cs typeface="Arial" panose="020B0604020202020204" pitchFamily="34" charset="0"/>
              </a:rPr>
              <a:t>Create simple classes</a:t>
            </a:r>
          </a:p>
          <a:p>
            <a:pPr marL="342900" indent="-342900">
              <a:lnSpc>
                <a:spcPct val="90000"/>
              </a:lnSpc>
              <a:buSzPct val="100000"/>
              <a:buFont typeface="Arial" panose="020B0604020202020204" pitchFamily="34" charset="0"/>
              <a:buChar char="•"/>
            </a:pPr>
            <a:r>
              <a:rPr lang="en-US" dirty="0">
                <a:solidFill>
                  <a:schemeClr val="bg1"/>
                </a:solidFill>
                <a:cs typeface="Arial" panose="020B0604020202020204" pitchFamily="34" charset="0"/>
              </a:rPr>
              <a:t>Practice inheritance and composition</a:t>
            </a:r>
          </a:p>
        </p:txBody>
      </p:sp>
    </p:spTree>
    <p:extLst>
      <p:ext uri="{BB962C8B-B14F-4D97-AF65-F5344CB8AC3E}">
        <p14:creationId xmlns:p14="http://schemas.microsoft.com/office/powerpoint/2010/main" val="606303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CE595D9-27F3-FE1C-9A37-0F9F7903022E}"/>
              </a:ext>
            </a:extLst>
          </p:cNvPr>
          <p:cNvSpPr>
            <a:spLocks noGrp="1"/>
          </p:cNvSpPr>
          <p:nvPr>
            <p:ph type="ctrTitle"/>
          </p:nvPr>
        </p:nvSpPr>
        <p:spPr>
          <a:xfrm>
            <a:off x="811184" y="612647"/>
            <a:ext cx="10002589" cy="914400"/>
          </a:xfrm>
        </p:spPr>
        <p:txBody>
          <a:bodyPr/>
          <a:lstStyle/>
          <a:p>
            <a:r>
              <a:rPr lang="en-US" dirty="0"/>
              <a:t>Thank you</a:t>
            </a:r>
          </a:p>
        </p:txBody>
      </p:sp>
      <p:sp>
        <p:nvSpPr>
          <p:cNvPr id="2" name="Text 9">
            <a:extLst>
              <a:ext uri="{FF2B5EF4-FFF2-40B4-BE49-F238E27FC236}">
                <a16:creationId xmlns:a16="http://schemas.microsoft.com/office/drawing/2014/main" id="{9D9EAB6A-958B-1B45-0917-1AD9EBD323F1}"/>
              </a:ext>
            </a:extLst>
          </p:cNvPr>
          <p:cNvSpPr/>
          <p:nvPr/>
        </p:nvSpPr>
        <p:spPr>
          <a:xfrm>
            <a:off x="228599" y="3395133"/>
            <a:ext cx="9033933" cy="1825752"/>
          </a:xfrm>
          <a:prstGeom prst="rect">
            <a:avLst/>
          </a:prstGeom>
          <a:noFill/>
          <a:ln/>
        </p:spPr>
        <p:txBody>
          <a:bodyPr wrap="square" rtlCol="0" anchor="ctr"/>
          <a:lstStyle/>
          <a:p>
            <a:pPr algn="ctr">
              <a:lnSpc>
                <a:spcPct val="90000"/>
              </a:lnSpc>
              <a:buSzPct val="100000"/>
            </a:pPr>
            <a:r>
              <a:rPr lang="en-US" b="1" dirty="0">
                <a:solidFill>
                  <a:schemeClr val="bg1"/>
                </a:solidFill>
                <a:cs typeface="Arial" panose="020B0604020202020204" pitchFamily="34" charset="0"/>
              </a:rPr>
              <a:t>References</a:t>
            </a:r>
          </a:p>
          <a:p>
            <a:pPr>
              <a:lnSpc>
                <a:spcPct val="90000"/>
              </a:lnSpc>
              <a:buSzPct val="100000"/>
            </a:pPr>
            <a:endParaRPr lang="en-US" b="1" dirty="0">
              <a:solidFill>
                <a:schemeClr val="bg1"/>
              </a:solidFill>
              <a:cs typeface="Arial" panose="020B0604020202020204" pitchFamily="34" charset="0"/>
            </a:endParaRPr>
          </a:p>
          <a:p>
            <a:pPr>
              <a:lnSpc>
                <a:spcPct val="90000"/>
              </a:lnSpc>
              <a:buSzPct val="100000"/>
            </a:pPr>
            <a:r>
              <a:rPr lang="en-US" dirty="0">
                <a:solidFill>
                  <a:schemeClr val="bg1"/>
                </a:solidFill>
                <a:cs typeface="Arial" panose="020B0604020202020204" pitchFamily="34" charset="0"/>
              </a:rPr>
              <a:t>Lott, S. F. &amp; Phillips, D. (2021) Python Object-Oriented Programming: Build robust and maintainable object-oriented Python applications and libraries. Fourth edition. [Online]. Birmingham: </a:t>
            </a:r>
            <a:r>
              <a:rPr lang="en-US" dirty="0" err="1">
                <a:solidFill>
                  <a:schemeClr val="bg1"/>
                </a:solidFill>
                <a:cs typeface="Arial" panose="020B0604020202020204" pitchFamily="34" charset="0"/>
              </a:rPr>
              <a:t>Packt</a:t>
            </a:r>
            <a:r>
              <a:rPr lang="en-US" dirty="0">
                <a:solidFill>
                  <a:schemeClr val="bg1"/>
                </a:solidFill>
                <a:cs typeface="Arial" panose="020B0604020202020204" pitchFamily="34" charset="0"/>
              </a:rPr>
              <a:t> Publishing. </a:t>
            </a:r>
          </a:p>
        </p:txBody>
      </p:sp>
    </p:spTree>
    <p:extLst>
      <p:ext uri="{BB962C8B-B14F-4D97-AF65-F5344CB8AC3E}">
        <p14:creationId xmlns:p14="http://schemas.microsoft.com/office/powerpoint/2010/main" val="3784505952"/>
      </p:ext>
    </p:extLst>
  </p:cSld>
  <p:clrMapOvr>
    <a:masterClrMapping/>
  </p:clrMapOvr>
</p:sld>
</file>

<file path=ppt/theme/theme1.xml><?xml version="1.0" encoding="utf-8"?>
<a:theme xmlns:a="http://schemas.openxmlformats.org/drawingml/2006/main" name="Custom">
  <a:themeElements>
    <a:clrScheme name="Training-presentation">
      <a:dk1>
        <a:srgbClr val="000000"/>
      </a:dk1>
      <a:lt1>
        <a:srgbClr val="FFFFFF"/>
      </a:lt1>
      <a:dk2>
        <a:srgbClr val="112CC1"/>
      </a:dk2>
      <a:lt2>
        <a:srgbClr val="E7E6E6"/>
      </a:lt2>
      <a:accent1>
        <a:srgbClr val="FF7128"/>
      </a:accent1>
      <a:accent2>
        <a:srgbClr val="FF2828"/>
      </a:accent2>
      <a:accent3>
        <a:srgbClr val="2849FD"/>
      </a:accent3>
      <a:accent4>
        <a:srgbClr val="D3DDFE"/>
      </a:accent4>
      <a:accent5>
        <a:srgbClr val="FBFF22"/>
      </a:accent5>
      <a:accent6>
        <a:srgbClr val="D90000"/>
      </a:accent6>
      <a:hlink>
        <a:srgbClr val="0563C1"/>
      </a:hlink>
      <a:folHlink>
        <a:srgbClr val="954F72"/>
      </a:folHlink>
    </a:clrScheme>
    <a:fontScheme name="Custom 12">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03460604_win32_SL_V10" id="{99B34821-6204-44CE-8DD7-2088F7B07FF3}" vid="{E244DE33-B49D-4797-B149-ADA6E5DF59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B6D968-3BA5-45CA-AFA4-01F84FB04FAA}">
  <ds:schemaRefs>
    <ds:schemaRef ds:uri="http://schemas.microsoft.com/sharepoint/v3/contenttype/forms"/>
  </ds:schemaRefs>
</ds:datastoreItem>
</file>

<file path=customXml/itemProps2.xml><?xml version="1.0" encoding="utf-8"?>
<ds:datastoreItem xmlns:ds="http://schemas.openxmlformats.org/officeDocument/2006/customXml" ds:itemID="{677C52C5-6F65-4D42-B855-A3283C55581A}">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354E976-D9B8-49D6-BB1E-30B410663C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Training presentation</Template>
  <TotalTime>91</TotalTime>
  <Words>609</Words>
  <Application>Microsoft Office PowerPoint</Application>
  <PresentationFormat>Widescreen</PresentationFormat>
  <Paragraphs>98</Paragraphs>
  <Slides>10</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Arial Black</vt:lpstr>
      <vt:lpstr>Calibri</vt:lpstr>
      <vt:lpstr>Custom</vt:lpstr>
      <vt:lpstr>Structural Design Patterns II</vt:lpstr>
      <vt:lpstr>What I will learn</vt:lpstr>
      <vt:lpstr>Task 1 – Purpose &amp; Use Cases</vt:lpstr>
      <vt:lpstr>Task 2 – How Structural Patterns Help</vt:lpstr>
      <vt:lpstr>Task 3 – Practical Exercise (Decorator Pattern)</vt:lpstr>
      <vt:lpstr>PowerPoint Presentation</vt:lpstr>
      <vt:lpstr>Results: </vt:lpstr>
      <vt:lpstr>Explanation : </vt:lpstr>
      <vt:lpstr>Seminar Preparation – Done!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Amnon Malka</dc:creator>
  <cp:lastModifiedBy>Amnon Malka</cp:lastModifiedBy>
  <cp:revision>13</cp:revision>
  <dcterms:created xsi:type="dcterms:W3CDTF">2026-05-06T10:10:06Z</dcterms:created>
  <dcterms:modified xsi:type="dcterms:W3CDTF">2026-05-19T08:19:15Z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