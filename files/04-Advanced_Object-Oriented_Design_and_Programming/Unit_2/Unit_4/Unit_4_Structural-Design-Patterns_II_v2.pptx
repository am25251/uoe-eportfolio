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4" r:id="rId5"/>
    <p:sldId id="329" r:id="rId6"/>
    <p:sldId id="339" r:id="rId7"/>
    <p:sldId id="322" r:id="rId8"/>
    <p:sldId id="338" r:id="rId9"/>
    <p:sldId id="340" r:id="rId10"/>
    <p:sldId id="325" r:id="rId11"/>
    <p:sldId id="341" r:id="rId12"/>
    <p:sldId id="33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6B25D-34F7-7842-B8F0-29F6BB003107}" v="6" dt="2026-05-18T17:17:03.96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8" autoAdjust="0"/>
    <p:restoredTop sz="95434" autoAdjust="0"/>
  </p:normalViewPr>
  <p:slideViewPr>
    <p:cSldViewPr snapToGrid="0">
      <p:cViewPr varScale="1">
        <p:scale>
          <a:sx n="112" d="100"/>
          <a:sy n="112" d="100"/>
        </p:scale>
        <p:origin x="376" y="192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non Malka" userId="04773e95-3c70-415f-b9b3-f850fc8e7468" providerId="ADAL" clId="{9FFE0854-A757-4FD2-85A1-A5585ECAF749}"/>
    <pc:docChg chg="modSld">
      <pc:chgData name="Amnon Malka" userId="04773e95-3c70-415f-b9b3-f850fc8e7468" providerId="ADAL" clId="{9FFE0854-A757-4FD2-85A1-A5585ECAF749}" dt="2026-05-10T09:00:48.677" v="2" actId="14100"/>
      <pc:docMkLst>
        <pc:docMk/>
      </pc:docMkLst>
      <pc:sldChg chg="modSp mod">
        <pc:chgData name="Amnon Malka" userId="04773e95-3c70-415f-b9b3-f850fc8e7468" providerId="ADAL" clId="{9FFE0854-A757-4FD2-85A1-A5585ECAF749}" dt="2026-05-10T09:00:48.677" v="2" actId="14100"/>
        <pc:sldMkLst>
          <pc:docMk/>
          <pc:sldMk cId="3421401082" sldId="314"/>
        </pc:sldMkLst>
        <pc:spChg chg="mod">
          <ac:chgData name="Amnon Malka" userId="04773e95-3c70-415f-b9b3-f850fc8e7468" providerId="ADAL" clId="{9FFE0854-A757-4FD2-85A1-A5585ECAF749}" dt="2026-05-10T09:00:48.677" v="2" actId="14100"/>
          <ac:spMkLst>
            <pc:docMk/>
            <pc:sldMk cId="3421401082" sldId="314"/>
            <ac:spMk id="2" creationId="{008315D2-7F57-AF2A-38D7-558098789073}"/>
          </ac:spMkLst>
        </pc:spChg>
      </pc:sldChg>
    </pc:docChg>
  </pc:docChgLst>
  <pc:docChgLst>
    <pc:chgData name="Amnon Malka" userId="04773e95-3c70-415f-b9b3-f850fc8e7468" providerId="ADAL" clId="{2A62D302-161C-5786-B88D-40F85C2F789B}"/>
    <pc:docChg chg="undo custSel addSld delSld modSld">
      <pc:chgData name="Amnon Malka" userId="04773e95-3c70-415f-b9b3-f850fc8e7468" providerId="ADAL" clId="{2A62D302-161C-5786-B88D-40F85C2F789B}" dt="2026-05-18T17:17:07.213" v="56" actId="1076"/>
      <pc:docMkLst>
        <pc:docMk/>
      </pc:docMkLst>
      <pc:sldChg chg="addSp delSp modSp mod">
        <pc:chgData name="Amnon Malka" userId="04773e95-3c70-415f-b9b3-f850fc8e7468" providerId="ADAL" clId="{2A62D302-161C-5786-B88D-40F85C2F789B}" dt="2026-05-18T17:16:32.317" v="50" actId="478"/>
        <pc:sldMkLst>
          <pc:docMk/>
          <pc:sldMk cId="606303624" sldId="325"/>
        </pc:sldMkLst>
        <pc:spChg chg="add del mod">
          <ac:chgData name="Amnon Malka" userId="04773e95-3c70-415f-b9b3-f850fc8e7468" providerId="ADAL" clId="{2A62D302-161C-5786-B88D-40F85C2F789B}" dt="2026-05-18T17:16:32.317" v="50" actId="478"/>
          <ac:spMkLst>
            <pc:docMk/>
            <pc:sldMk cId="606303624" sldId="325"/>
            <ac:spMk id="4" creationId="{C1D618BA-3C64-158E-19BD-703B0059CD59}"/>
          </ac:spMkLst>
        </pc:spChg>
      </pc:sldChg>
      <pc:sldChg chg="addSp modSp mod">
        <pc:chgData name="Amnon Malka" userId="04773e95-3c70-415f-b9b3-f850fc8e7468" providerId="ADAL" clId="{2A62D302-161C-5786-B88D-40F85C2F789B}" dt="2026-05-18T17:17:07.213" v="56" actId="1076"/>
        <pc:sldMkLst>
          <pc:docMk/>
          <pc:sldMk cId="4294866199" sldId="329"/>
        </pc:sldMkLst>
        <pc:spChg chg="add mod">
          <ac:chgData name="Amnon Malka" userId="04773e95-3c70-415f-b9b3-f850fc8e7468" providerId="ADAL" clId="{2A62D302-161C-5786-B88D-40F85C2F789B}" dt="2026-05-18T17:17:07.213" v="56" actId="1076"/>
          <ac:spMkLst>
            <pc:docMk/>
            <pc:sldMk cId="4294866199" sldId="329"/>
            <ac:spMk id="4" creationId="{7E4640A5-290A-32E4-EE30-A94C6777ECA3}"/>
          </ac:spMkLst>
        </pc:spChg>
      </pc:sldChg>
      <pc:sldChg chg="addSp modSp mod">
        <pc:chgData name="Amnon Malka" userId="04773e95-3c70-415f-b9b3-f850fc8e7468" providerId="ADAL" clId="{2A62D302-161C-5786-B88D-40F85C2F789B}" dt="2026-05-18T17:16:59.729" v="54" actId="1076"/>
        <pc:sldMkLst>
          <pc:docMk/>
          <pc:sldMk cId="465836057" sldId="339"/>
        </pc:sldMkLst>
        <pc:spChg chg="add mod">
          <ac:chgData name="Amnon Malka" userId="04773e95-3c70-415f-b9b3-f850fc8e7468" providerId="ADAL" clId="{2A62D302-161C-5786-B88D-40F85C2F789B}" dt="2026-05-18T17:16:59.729" v="54" actId="1076"/>
          <ac:spMkLst>
            <pc:docMk/>
            <pc:sldMk cId="465836057" sldId="339"/>
            <ac:spMk id="3" creationId="{0C663E4F-C29D-DA9B-FF5E-5DE313902D59}"/>
          </ac:spMkLst>
        </pc:spChg>
      </pc:sldChg>
      <pc:sldChg chg="addSp modSp mod">
        <pc:chgData name="Amnon Malka" userId="04773e95-3c70-415f-b9b3-f850fc8e7468" providerId="ADAL" clId="{2A62D302-161C-5786-B88D-40F85C2F789B}" dt="2026-05-18T17:16:43.329" v="52" actId="1076"/>
        <pc:sldMkLst>
          <pc:docMk/>
          <pc:sldMk cId="977033143" sldId="340"/>
        </pc:sldMkLst>
        <pc:spChg chg="add mod">
          <ac:chgData name="Amnon Malka" userId="04773e95-3c70-415f-b9b3-f850fc8e7468" providerId="ADAL" clId="{2A62D302-161C-5786-B88D-40F85C2F789B}" dt="2026-05-18T17:16:43.329" v="52" actId="1076"/>
          <ac:spMkLst>
            <pc:docMk/>
            <pc:sldMk cId="977033143" sldId="340"/>
            <ac:spMk id="2" creationId="{2A7EF15B-291D-D29C-EB24-F25078430679}"/>
          </ac:spMkLst>
        </pc:spChg>
      </pc:sldChg>
      <pc:sldChg chg="new del">
        <pc:chgData name="Amnon Malka" userId="04773e95-3c70-415f-b9b3-f850fc8e7468" providerId="ADAL" clId="{2A62D302-161C-5786-B88D-40F85C2F789B}" dt="2026-05-18T17:12:22.378" v="1" actId="680"/>
        <pc:sldMkLst>
          <pc:docMk/>
          <pc:sldMk cId="2412300855" sldId="341"/>
        </pc:sldMkLst>
      </pc:sldChg>
      <pc:sldChg chg="delSp modSp add mod">
        <pc:chgData name="Amnon Malka" userId="04773e95-3c70-415f-b9b3-f850fc8e7468" providerId="ADAL" clId="{2A62D302-161C-5786-B88D-40F85C2F789B}" dt="2026-05-18T17:15:40.142" v="33" actId="20577"/>
        <pc:sldMkLst>
          <pc:docMk/>
          <pc:sldMk cId="2804489684" sldId="341"/>
        </pc:sldMkLst>
        <pc:spChg chg="del">
          <ac:chgData name="Amnon Malka" userId="04773e95-3c70-415f-b9b3-f850fc8e7468" providerId="ADAL" clId="{2A62D302-161C-5786-B88D-40F85C2F789B}" dt="2026-05-18T17:13:18.005" v="22" actId="478"/>
          <ac:spMkLst>
            <pc:docMk/>
            <pc:sldMk cId="2804489684" sldId="341"/>
            <ac:spMk id="3" creationId="{BFDA187A-890B-2106-0B14-BEC4255BF5DF}"/>
          </ac:spMkLst>
        </pc:spChg>
        <pc:spChg chg="mod">
          <ac:chgData name="Amnon Malka" userId="04773e95-3c70-415f-b9b3-f850fc8e7468" providerId="ADAL" clId="{2A62D302-161C-5786-B88D-40F85C2F789B}" dt="2026-05-18T17:15:40.142" v="33" actId="20577"/>
          <ac:spMkLst>
            <pc:docMk/>
            <pc:sldMk cId="2804489684" sldId="341"/>
            <ac:spMk id="5" creationId="{B87E5C56-651C-67E1-D8F3-A6D8E8105D0C}"/>
          </ac:spMkLst>
        </pc:spChg>
        <pc:spChg chg="del">
          <ac:chgData name="Amnon Malka" userId="04773e95-3c70-415f-b9b3-f850fc8e7468" providerId="ADAL" clId="{2A62D302-161C-5786-B88D-40F85C2F789B}" dt="2026-05-18T17:13:12.890" v="21" actId="478"/>
          <ac:spMkLst>
            <pc:docMk/>
            <pc:sldMk cId="2804489684" sldId="341"/>
            <ac:spMk id="7" creationId="{BBFC3307-045A-FECA-9D9C-7551D0977433}"/>
          </ac:spMkLst>
        </pc:spChg>
        <pc:spChg chg="mod">
          <ac:chgData name="Amnon Malka" userId="04773e95-3c70-415f-b9b3-f850fc8e7468" providerId="ADAL" clId="{2A62D302-161C-5786-B88D-40F85C2F789B}" dt="2026-05-18T17:12:49.854" v="18" actId="313"/>
          <ac:spMkLst>
            <pc:docMk/>
            <pc:sldMk cId="2804489684" sldId="341"/>
            <ac:spMk id="8" creationId="{3080405F-AE8E-8651-74ED-C69E426B5B46}"/>
          </ac:spMkLst>
        </pc:spChg>
        <pc:spChg chg="del">
          <ac:chgData name="Amnon Malka" userId="04773e95-3c70-415f-b9b3-f850fc8e7468" providerId="ADAL" clId="{2A62D302-161C-5786-B88D-40F85C2F789B}" dt="2026-05-18T17:13:09.570" v="20" actId="478"/>
          <ac:spMkLst>
            <pc:docMk/>
            <pc:sldMk cId="2804489684" sldId="341"/>
            <ac:spMk id="9" creationId="{285B6468-AD42-D42E-E904-F3A3E23DD91E}"/>
          </ac:spMkLst>
        </pc:spChg>
        <pc:spChg chg="del">
          <ac:chgData name="Amnon Malka" userId="04773e95-3c70-415f-b9b3-f850fc8e7468" providerId="ADAL" clId="{2A62D302-161C-5786-B88D-40F85C2F789B}" dt="2026-05-18T17:12:57.220" v="19" actId="478"/>
          <ac:spMkLst>
            <pc:docMk/>
            <pc:sldMk cId="2804489684" sldId="341"/>
            <ac:spMk id="10" creationId="{D3BE0413-2082-97B3-8C32-F9377C3F73E0}"/>
          </ac:spMkLst>
        </pc:spChg>
        <pc:spChg chg="del">
          <ac:chgData name="Amnon Malka" userId="04773e95-3c70-415f-b9b3-f850fc8e7468" providerId="ADAL" clId="{2A62D302-161C-5786-B88D-40F85C2F789B}" dt="2026-05-18T17:12:57.220" v="19" actId="478"/>
          <ac:spMkLst>
            <pc:docMk/>
            <pc:sldMk cId="2804489684" sldId="341"/>
            <ac:spMk id="11" creationId="{9BC6E53D-103E-0617-776C-A9D7A9620BF5}"/>
          </ac:spMkLst>
        </pc:spChg>
        <pc:spChg chg="del">
          <ac:chgData name="Amnon Malka" userId="04773e95-3c70-415f-b9b3-f850fc8e7468" providerId="ADAL" clId="{2A62D302-161C-5786-B88D-40F85C2F789B}" dt="2026-05-18T17:12:57.220" v="19" actId="478"/>
          <ac:spMkLst>
            <pc:docMk/>
            <pc:sldMk cId="2804489684" sldId="341"/>
            <ac:spMk id="12" creationId="{0A29291E-58AA-E5AE-C40B-E9A7BC268F84}"/>
          </ac:spMkLst>
        </pc:spChg>
        <pc:spChg chg="del">
          <ac:chgData name="Amnon Malka" userId="04773e95-3c70-415f-b9b3-f850fc8e7468" providerId="ADAL" clId="{2A62D302-161C-5786-B88D-40F85C2F789B}" dt="2026-05-18T17:12:57.220" v="19" actId="478"/>
          <ac:spMkLst>
            <pc:docMk/>
            <pc:sldMk cId="2804489684" sldId="341"/>
            <ac:spMk id="13" creationId="{279C859B-5C8E-0FD9-FB78-55329B599FE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5/18/26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5/18/26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84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7BC9-04FE-44E0-4084-F4C1A33D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15E5E-5BEF-D0F7-1381-8F8337E9B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F7729-887F-EBDD-5A5C-2DF808FC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CB644-128C-C16E-74E0-71FF58BC3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29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7204-9A33-5BD8-A28C-A18B3327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AE845-BE08-DF5A-6CEC-11E0D9609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F5CB2-D0AF-546C-2F66-AB9C4DD41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07193-FFC6-C705-9A13-539783A74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4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629469"/>
            <a:ext cx="10460735" cy="2452059"/>
          </a:xfrm>
        </p:spPr>
        <p:txBody>
          <a:bodyPr/>
          <a:lstStyle/>
          <a:p>
            <a:r>
              <a:rPr lang="en-US" dirty="0"/>
              <a:t>Design Patterns II - Structural Patterns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413FBF6-610B-39AC-5B4D-57B8D318C7B4}"/>
              </a:ext>
            </a:extLst>
          </p:cNvPr>
          <p:cNvSpPr txBox="1">
            <a:spLocks/>
          </p:cNvSpPr>
          <p:nvPr/>
        </p:nvSpPr>
        <p:spPr>
          <a:xfrm>
            <a:off x="716697" y="3429000"/>
            <a:ext cx="8961120" cy="245205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sz="3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Seminar 4  – Organizing classes &amp; objects into flexible structures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6400800" cy="1051379"/>
          </a:xfrm>
        </p:spPr>
        <p:txBody>
          <a:bodyPr/>
          <a:lstStyle/>
          <a:p>
            <a:r>
              <a:rPr lang="en-US" dirty="0"/>
              <a:t>What I will learn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2774786"/>
            <a:ext cx="3184743" cy="32575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Adapter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Bridge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Composite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Decorator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Proxy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Flyweight</a:t>
            </a:r>
          </a:p>
          <a:p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9AC926B-5EC0-3785-4E8E-65EFFC4192AF}"/>
              </a:ext>
            </a:extLst>
          </p:cNvPr>
          <p:cNvSpPr txBox="1">
            <a:spLocks/>
          </p:cNvSpPr>
          <p:nvPr/>
        </p:nvSpPr>
        <p:spPr>
          <a:xfrm>
            <a:off x="4310289" y="2774786"/>
            <a:ext cx="3184743" cy="32575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Also:</a:t>
            </a:r>
          </a:p>
          <a:p>
            <a:r>
              <a:rPr lang="en-US" dirty="0"/>
              <a:t>Real-world case study (network security)</a:t>
            </a:r>
          </a:p>
          <a:p>
            <a:r>
              <a:rPr lang="en-US" dirty="0"/>
              <a:t>Practical exercise: Decorator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40A5-290A-32E4-EE30-A94C6777ECA3}"/>
              </a:ext>
            </a:extLst>
          </p:cNvPr>
          <p:cNvSpPr txBox="1"/>
          <p:nvPr/>
        </p:nvSpPr>
        <p:spPr>
          <a:xfrm>
            <a:off x="5566065" y="6051361"/>
            <a:ext cx="275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cs typeface="Arial" panose="020B0604020202020204" pitchFamily="34" charset="0"/>
              </a:rPr>
              <a:t>Aratchige</a:t>
            </a: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 et al, 2024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E5B-47A0-EF94-A53D-6FDB74C9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232" y="640260"/>
            <a:ext cx="8430768" cy="1298088"/>
          </a:xfrm>
        </p:spPr>
        <p:txBody>
          <a:bodyPr/>
          <a:lstStyle/>
          <a:p>
            <a:r>
              <a:rPr lang="en-US" dirty="0"/>
              <a:t>Task 1 – Purpose &amp; Use Cases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21CDDEC-F041-6F23-8328-1954508DFDA0}"/>
              </a:ext>
            </a:extLst>
          </p:cNvPr>
          <p:cNvSpPr/>
          <p:nvPr/>
        </p:nvSpPr>
        <p:spPr>
          <a:xfrm>
            <a:off x="722376" y="24961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spc="100" dirty="0">
                <a:solidFill>
                  <a:schemeClr val="bg1"/>
                </a:solidFill>
                <a:latin typeface="+mj-lt"/>
                <a:ea typeface="+mj-ea"/>
              </a:rPr>
              <a:t>Adapter</a:t>
            </a:r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Converts one interface into another (makes incompatible classes work together</a:t>
            </a:r>
            <a:r>
              <a:rPr lang="en-US" sz="13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28198CD-4171-BA21-0A7F-A075E0183CDF}"/>
              </a:ext>
            </a:extLst>
          </p:cNvPr>
          <p:cNvSpPr/>
          <p:nvPr/>
        </p:nvSpPr>
        <p:spPr>
          <a:xfrm>
            <a:off x="722376" y="3035628"/>
            <a:ext cx="11164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spc="100" dirty="0">
                <a:solidFill>
                  <a:schemeClr val="bg1"/>
                </a:solidFill>
                <a:latin typeface="+mj-lt"/>
                <a:ea typeface="+mj-ea"/>
              </a:rPr>
              <a:t>Bridge</a:t>
            </a:r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Separates abstraction from implementation (both can change independently)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E07C7F0-1BF0-FE88-75FF-BE3E3E880747}"/>
              </a:ext>
            </a:extLst>
          </p:cNvPr>
          <p:cNvSpPr/>
          <p:nvPr/>
        </p:nvSpPr>
        <p:spPr>
          <a:xfrm>
            <a:off x="722376" y="3575124"/>
            <a:ext cx="10524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Composite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Treats individual objects and groups the same way (tree structures)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251D063-D3DB-5BEC-985F-76D64E584F6F}"/>
              </a:ext>
            </a:extLst>
          </p:cNvPr>
          <p:cNvSpPr/>
          <p:nvPr/>
        </p:nvSpPr>
        <p:spPr>
          <a:xfrm>
            <a:off x="722376" y="4114620"/>
            <a:ext cx="11045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Decorator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Adds new functionality dynamically (without changing original class)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E7B243C-1417-E582-A1BB-764316385833}"/>
              </a:ext>
            </a:extLst>
          </p:cNvPr>
          <p:cNvSpPr/>
          <p:nvPr/>
        </p:nvSpPr>
        <p:spPr>
          <a:xfrm>
            <a:off x="722376" y="4654116"/>
            <a:ext cx="10387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Facade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Provides a simple interface to a complex system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9F0B797-B9D7-6B5B-F6B9-4B43A4596525}"/>
              </a:ext>
            </a:extLst>
          </p:cNvPr>
          <p:cNvSpPr/>
          <p:nvPr/>
        </p:nvSpPr>
        <p:spPr>
          <a:xfrm>
            <a:off x="722376" y="5193612"/>
            <a:ext cx="10631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Proxy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Controls access to an object (e.g. security, caching)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942A46B-07B1-2FA9-583D-87F913936480}"/>
              </a:ext>
            </a:extLst>
          </p:cNvPr>
          <p:cNvSpPr/>
          <p:nvPr/>
        </p:nvSpPr>
        <p:spPr>
          <a:xfrm>
            <a:off x="722376" y="5733108"/>
            <a:ext cx="10808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spc="100" dirty="0">
                <a:solidFill>
                  <a:schemeClr val="bg1"/>
                </a:solidFill>
                <a:latin typeface="+mj-lt"/>
                <a:ea typeface="+mj-ea"/>
              </a:rPr>
              <a:t>Flyweight – </a:t>
            </a:r>
            <a:r>
              <a:rPr lang="en-US" spc="100" dirty="0">
                <a:solidFill>
                  <a:schemeClr val="bg1"/>
                </a:solidFill>
                <a:ea typeface="+mj-ea"/>
              </a:rPr>
              <a:t>Saves memory by sharing common data between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63E4F-C29D-DA9B-FF5E-5DE313902D59}"/>
              </a:ext>
            </a:extLst>
          </p:cNvPr>
          <p:cNvSpPr txBox="1"/>
          <p:nvPr/>
        </p:nvSpPr>
        <p:spPr>
          <a:xfrm>
            <a:off x="8940201" y="6217740"/>
            <a:ext cx="275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cs typeface="Arial" panose="020B0604020202020204" pitchFamily="34" charset="0"/>
              </a:rPr>
              <a:t>Aratchige</a:t>
            </a: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 et al, 2024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1828800"/>
          </a:xfrm>
        </p:spPr>
        <p:txBody>
          <a:bodyPr/>
          <a:lstStyle/>
          <a:p>
            <a:r>
              <a:rPr lang="en-US" dirty="0"/>
              <a:t>Task 2 – How Structural Patterns Help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AE87B-E37F-614C-6EE5-D03C01018C9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60120" y="2286000"/>
            <a:ext cx="9564624" cy="41422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Modularity</a:t>
            </a:r>
          </a:p>
          <a:p>
            <a:r>
              <a:rPr lang="en-US" dirty="0"/>
              <a:t>     Code is split into smaller, manageable parts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</a:p>
          <a:p>
            <a:r>
              <a:rPr lang="en-US" dirty="0"/>
              <a:t>     Easy to modify or extend features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Reusability</a:t>
            </a:r>
          </a:p>
          <a:p>
            <a:r>
              <a:rPr lang="en-US" dirty="0"/>
              <a:t>    Components can be reused in different systems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Complexity Management</a:t>
            </a:r>
          </a:p>
          <a:p>
            <a:r>
              <a:rPr lang="en-US" dirty="0"/>
              <a:t>     Simplifies large systems by organizing structure</a:t>
            </a:r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62D7-27D2-94DC-1264-B7922668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05155"/>
            <a:ext cx="10571734" cy="1160145"/>
          </a:xfrm>
        </p:spPr>
        <p:txBody>
          <a:bodyPr/>
          <a:lstStyle/>
          <a:p>
            <a:r>
              <a:rPr lang="en-US" dirty="0"/>
              <a:t>Task 3 – Practical Exercise (Decorator Pattern)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6C3713D-C8FF-8E7B-458C-CB927BAA99B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108960" y="2103629"/>
            <a:ext cx="8833104" cy="328676"/>
          </a:xfrm>
        </p:spPr>
        <p:txBody>
          <a:bodyPr/>
          <a:lstStyle/>
          <a:p>
            <a:r>
              <a:rPr lang="en-US" b="1" dirty="0"/>
              <a:t>Goal: Build a coffee shop app where you can add toppings dynamically.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62CA512-1445-21A7-6EFB-390024CA350F}"/>
              </a:ext>
            </a:extLst>
          </p:cNvPr>
          <p:cNvSpPr txBox="1">
            <a:spLocks/>
          </p:cNvSpPr>
          <p:nvPr/>
        </p:nvSpPr>
        <p:spPr>
          <a:xfrm>
            <a:off x="3252216" y="3429000"/>
            <a:ext cx="8833104" cy="328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2578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5156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41732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Below</a:t>
            </a:r>
          </a:p>
        </p:txBody>
      </p:sp>
    </p:spTree>
    <p:extLst>
      <p:ext uri="{BB962C8B-B14F-4D97-AF65-F5344CB8AC3E}">
        <p14:creationId xmlns:p14="http://schemas.microsoft.com/office/powerpoint/2010/main" val="413025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87E4-C4B4-462A-2EAD-2A0EC6B6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9AA8CD-DCE7-46FD-080F-2E963347C7C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89120" y="164592"/>
            <a:ext cx="6440423" cy="6345936"/>
          </a:xfrm>
        </p:spPr>
        <p:txBody>
          <a:bodyPr/>
          <a:lstStyle/>
          <a:p>
            <a:r>
              <a:rPr lang="en-US" sz="1600" dirty="0"/>
              <a:t>class Coffee:</a:t>
            </a:r>
          </a:p>
          <a:p>
            <a:r>
              <a:rPr lang="en-US" sz="1600" dirty="0"/>
              <a:t>    def cost(self): return 5</a:t>
            </a:r>
          </a:p>
          <a:p>
            <a:endParaRPr lang="en-US" sz="1600" dirty="0"/>
          </a:p>
          <a:p>
            <a:r>
              <a:rPr lang="en-US" sz="1600" dirty="0"/>
              <a:t>class </a:t>
            </a:r>
            <a:r>
              <a:rPr lang="en-US" sz="1600" dirty="0" err="1"/>
              <a:t>CoffeeDecorator</a:t>
            </a:r>
            <a:r>
              <a:rPr lang="en-US" sz="1600" dirty="0"/>
              <a:t>:</a:t>
            </a:r>
          </a:p>
          <a:p>
            <a:r>
              <a:rPr lang="en-US" sz="1600" dirty="0"/>
              <a:t>    def __</a:t>
            </a:r>
            <a:r>
              <a:rPr lang="en-US" sz="1600" dirty="0" err="1"/>
              <a:t>init</a:t>
            </a:r>
            <a:r>
              <a:rPr lang="en-US" sz="1600" dirty="0"/>
              <a:t>__(self, coffee):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self.coffee</a:t>
            </a:r>
            <a:r>
              <a:rPr lang="en-US" sz="1600" dirty="0"/>
              <a:t> = coffee</a:t>
            </a:r>
          </a:p>
          <a:p>
            <a:r>
              <a:rPr lang="en-US" sz="1600" dirty="0"/>
              <a:t>    def cost(self):</a:t>
            </a:r>
          </a:p>
          <a:p>
            <a:r>
              <a:rPr lang="en-US" sz="1600" dirty="0"/>
              <a:t>        return </a:t>
            </a:r>
            <a:r>
              <a:rPr lang="en-US" sz="1600" dirty="0" err="1"/>
              <a:t>self.coffee.cost</a:t>
            </a:r>
            <a:r>
              <a:rPr lang="en-US" sz="1600" dirty="0"/>
              <a:t>()</a:t>
            </a:r>
          </a:p>
          <a:p>
            <a:endParaRPr lang="en-US" sz="1600" dirty="0"/>
          </a:p>
          <a:p>
            <a:r>
              <a:rPr lang="en-US" sz="1600" dirty="0"/>
              <a:t>class Milk(</a:t>
            </a:r>
            <a:r>
              <a:rPr lang="en-US" sz="1600" dirty="0" err="1"/>
              <a:t>CoffeeDecorator</a:t>
            </a:r>
            <a:r>
              <a:rPr lang="en-US" sz="1600" dirty="0"/>
              <a:t>):</a:t>
            </a:r>
          </a:p>
          <a:p>
            <a:r>
              <a:rPr lang="en-US" sz="1600" dirty="0"/>
              <a:t>    def cost(self): return </a:t>
            </a:r>
            <a:r>
              <a:rPr lang="en-US" sz="1600" dirty="0" err="1"/>
              <a:t>self.coffee.cost</a:t>
            </a:r>
            <a:r>
              <a:rPr lang="en-US" sz="1600" dirty="0"/>
              <a:t>() + 1</a:t>
            </a:r>
          </a:p>
          <a:p>
            <a:endParaRPr lang="en-US" sz="1600" dirty="0"/>
          </a:p>
          <a:p>
            <a:r>
              <a:rPr lang="en-US" sz="1600" dirty="0"/>
              <a:t>class Sugar(</a:t>
            </a:r>
            <a:r>
              <a:rPr lang="en-US" sz="1600" dirty="0" err="1"/>
              <a:t>CoffeeDecorator</a:t>
            </a:r>
            <a:r>
              <a:rPr lang="en-US" sz="1600" dirty="0"/>
              <a:t>):</a:t>
            </a:r>
          </a:p>
          <a:p>
            <a:r>
              <a:rPr lang="en-US" sz="1600" dirty="0"/>
              <a:t>    def cost(self): return </a:t>
            </a:r>
            <a:r>
              <a:rPr lang="en-US" sz="1600" dirty="0" err="1"/>
              <a:t>self.coffee.cost</a:t>
            </a:r>
            <a:r>
              <a:rPr lang="en-US" sz="1600" dirty="0"/>
              <a:t>() + 0.5</a:t>
            </a:r>
          </a:p>
          <a:p>
            <a:endParaRPr lang="en-US" sz="1600" dirty="0"/>
          </a:p>
          <a:p>
            <a:r>
              <a:rPr lang="en-US" sz="1600" dirty="0"/>
              <a:t>coffee = Coffee()</a:t>
            </a:r>
          </a:p>
          <a:p>
            <a:r>
              <a:rPr lang="en-US" sz="1600" dirty="0"/>
              <a:t>coffee = Milk(coffee)</a:t>
            </a:r>
          </a:p>
          <a:p>
            <a:r>
              <a:rPr lang="en-US" sz="1600" dirty="0"/>
              <a:t>coffee = Sugar(coffee)</a:t>
            </a:r>
          </a:p>
          <a:p>
            <a:r>
              <a:rPr lang="en-US" sz="1600" dirty="0"/>
              <a:t>print(</a:t>
            </a:r>
            <a:r>
              <a:rPr lang="en-US" sz="1600" dirty="0" err="1"/>
              <a:t>coffee.cost</a:t>
            </a:r>
            <a:r>
              <a:rPr lang="en-US" sz="1600" dirty="0"/>
              <a:t>())  # Output: 6.5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EF15B-291D-D29C-EB24-F25078430679}"/>
              </a:ext>
            </a:extLst>
          </p:cNvPr>
          <p:cNvSpPr txBox="1"/>
          <p:nvPr/>
        </p:nvSpPr>
        <p:spPr>
          <a:xfrm>
            <a:off x="8732175" y="6324076"/>
            <a:ext cx="275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cs typeface="Arial" panose="020B0604020202020204" pitchFamily="34" charset="0"/>
              </a:rPr>
              <a:t>Aratchige</a:t>
            </a: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 et al, 2024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703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145" y="1088316"/>
            <a:ext cx="6400800" cy="722196"/>
          </a:xfrm>
        </p:spPr>
        <p:txBody>
          <a:bodyPr/>
          <a:lstStyle/>
          <a:p>
            <a:r>
              <a:rPr lang="en-US" dirty="0"/>
              <a:t>Seminar Preparation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3FC5084-BF87-87F5-66C2-C04C379ACD6D}"/>
              </a:ext>
            </a:extLst>
          </p:cNvPr>
          <p:cNvSpPr/>
          <p:nvPr/>
        </p:nvSpPr>
        <p:spPr>
          <a:xfrm>
            <a:off x="73152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0848E4-1704-7D80-FF1A-DA004BEF3555}"/>
              </a:ext>
            </a:extLst>
          </p:cNvPr>
          <p:cNvSpPr/>
          <p:nvPr/>
        </p:nvSpPr>
        <p:spPr>
          <a:xfrm>
            <a:off x="731520" y="30906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All structural patterns</a:t>
            </a:r>
          </a:p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Focus on Decorator pattern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661AFD5-3308-42BC-86F7-0F1089C6905F}"/>
              </a:ext>
            </a:extLst>
          </p:cNvPr>
          <p:cNvSpPr/>
          <p:nvPr/>
        </p:nvSpPr>
        <p:spPr>
          <a:xfrm>
            <a:off x="731520" y="4050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0F09AF8-057A-EA38-EDE9-80BF62B9983A}"/>
              </a:ext>
            </a:extLst>
          </p:cNvPr>
          <p:cNvSpPr/>
          <p:nvPr/>
        </p:nvSpPr>
        <p:spPr>
          <a:xfrm>
            <a:off x="731520" y="44165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Python or Java installed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D395997-0160-1D7B-F52A-441389F4A658}"/>
              </a:ext>
            </a:extLst>
          </p:cNvPr>
          <p:cNvSpPr/>
          <p:nvPr/>
        </p:nvSpPr>
        <p:spPr>
          <a:xfrm>
            <a:off x="4937760" y="27249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Prepare Questions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377DD4E-5F15-A452-51C7-B5C87DB83247}"/>
              </a:ext>
            </a:extLst>
          </p:cNvPr>
          <p:cNvSpPr/>
          <p:nvPr/>
        </p:nvSpPr>
        <p:spPr>
          <a:xfrm>
            <a:off x="4937760" y="309067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When to use Bridge vs Adapter?</a:t>
            </a:r>
          </a:p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When is Decorator better than inheritance?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10A147A-EBCB-10E0-B1D8-EB2FB71AC871}"/>
              </a:ext>
            </a:extLst>
          </p:cNvPr>
          <p:cNvSpPr/>
          <p:nvPr/>
        </p:nvSpPr>
        <p:spPr>
          <a:xfrm>
            <a:off x="4937760" y="40507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Practice OOP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A4D28B9-5B99-B8F7-9916-733F65C31AF2}"/>
              </a:ext>
            </a:extLst>
          </p:cNvPr>
          <p:cNvSpPr/>
          <p:nvPr/>
        </p:nvSpPr>
        <p:spPr>
          <a:xfrm>
            <a:off x="4937760" y="441655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Create simple classes</a:t>
            </a:r>
          </a:p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Practice inheritance and composition</a:t>
            </a:r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22D9-383D-D5C7-4E77-FB05E81B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80405F-AE8E-8651-74ED-C69E426B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145" y="1088316"/>
            <a:ext cx="6400800" cy="722196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E5C56-651C-67E1-D8F3-A6D8E8105D0C}"/>
              </a:ext>
            </a:extLst>
          </p:cNvPr>
          <p:cNvSpPr/>
          <p:nvPr/>
        </p:nvSpPr>
        <p:spPr>
          <a:xfrm>
            <a:off x="845820" y="976122"/>
            <a:ext cx="9246870" cy="2679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cs typeface="Arial" panose="020B0604020202020204" pitchFamily="34" charset="0"/>
              </a:rPr>
              <a:t>Aratchige</a:t>
            </a: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, R., </a:t>
            </a:r>
            <a:r>
              <a:rPr lang="en-US" dirty="0" err="1">
                <a:solidFill>
                  <a:schemeClr val="bg1"/>
                </a:solidFill>
                <a:cs typeface="Arial" panose="020B0604020202020204" pitchFamily="34" charset="0"/>
              </a:rPr>
              <a:t>Manujaya</a:t>
            </a: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, K. and Weerasinghe, P., (2024). An Overview of Structural Design Patterns in Object-Oriented Software Engineering. </a:t>
            </a:r>
            <a:r>
              <a:rPr lang="en-US" dirty="0" err="1">
                <a:solidFill>
                  <a:schemeClr val="bg1"/>
                </a:solidFill>
                <a:cs typeface="Arial" panose="020B0604020202020204" pitchFamily="34" charset="0"/>
              </a:rPr>
              <a:t>Sofware</a:t>
            </a:r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 Modeling, pp.1-3.</a:t>
            </a:r>
          </a:p>
        </p:txBody>
      </p:sp>
    </p:spTree>
    <p:extLst>
      <p:ext uri="{BB962C8B-B14F-4D97-AF65-F5344CB8AC3E}">
        <p14:creationId xmlns:p14="http://schemas.microsoft.com/office/powerpoint/2010/main" val="280448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7a59ce-372b-4cae-86c9-e42707939b60" xsi:nil="true"/>
    <lcf76f155ced4ddcb4097134ff3c332f xmlns="bbed3059-5870-4b49-baac-3f0c41c6339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481F7D88EEFA4D9C8F37433F870E20" ma:contentTypeVersion="12" ma:contentTypeDescription="Create a new document." ma:contentTypeScope="" ma:versionID="cce97054bfe4cda4eb398e3df4e23da6">
  <xsd:schema xmlns:xsd="http://www.w3.org/2001/XMLSchema" xmlns:xs="http://www.w3.org/2001/XMLSchema" xmlns:p="http://schemas.microsoft.com/office/2006/metadata/properties" xmlns:ns2="bbed3059-5870-4b49-baac-3f0c41c63392" xmlns:ns3="0b7a59ce-372b-4cae-86c9-e42707939b60" targetNamespace="http://schemas.microsoft.com/office/2006/metadata/properties" ma:root="true" ma:fieldsID="4c1a4ff235387f62761ced1884ca9964" ns2:_="" ns3:_="">
    <xsd:import namespace="bbed3059-5870-4b49-baac-3f0c41c63392"/>
    <xsd:import namespace="0b7a59ce-372b-4cae-86c9-e42707939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ed3059-5870-4b49-baac-3f0c41c633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28c1094-7533-48ec-a175-729810d2b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7a59ce-372b-4cae-86c9-e42707939b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5b5d41-1344-4930-8cd3-6c293ee398f3}" ma:internalName="TaxCatchAll" ma:showField="CatchAllData" ma:web="0b7a59ce-372b-4cae-86c9-e42707939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0b7a59ce-372b-4cae-86c9-e42707939b60"/>
    <ds:schemaRef ds:uri="bbed3059-5870-4b49-baac-3f0c41c6339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938B37-C749-45AC-BEB9-3EC3242AC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ed3059-5870-4b49-baac-3f0c41c63392"/>
    <ds:schemaRef ds:uri="0b7a59ce-372b-4cae-86c9-e42707939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21</TotalTime>
  <Words>415</Words>
  <Application>Microsoft Macintosh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Custom</vt:lpstr>
      <vt:lpstr>Design Patterns II - Structural Patterns</vt:lpstr>
      <vt:lpstr>What I will learn</vt:lpstr>
      <vt:lpstr>Task 1 – Purpose &amp; Use Cases</vt:lpstr>
      <vt:lpstr>Task 2 – How Structural Patterns Help</vt:lpstr>
      <vt:lpstr>Task 3 – Practical Exercise (Decorator Pattern)</vt:lpstr>
      <vt:lpstr>PowerPoint Presentation</vt:lpstr>
      <vt:lpstr>Seminar Preparation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Amnon Malka</dc:creator>
  <cp:lastModifiedBy>Amnon Malka</cp:lastModifiedBy>
  <cp:revision>7</cp:revision>
  <dcterms:created xsi:type="dcterms:W3CDTF">2026-05-06T10:10:06Z</dcterms:created>
  <dcterms:modified xsi:type="dcterms:W3CDTF">2026-05-18T17:17:09Z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0x010100B8481F7D88EEFA4D9C8F37433F870E20</vt:lpwstr>
  </property>
  <property fmtid="{D5CDD505-2E9C-101B-9397-08002B2CF9AE}" pid="3" name="MediaServiceImageTags">
    <vt:lpwstr/>
  </property>
</Properties>
</file>